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fccbae6ef548e9" /><Relationship Type="http://schemas.openxmlformats.org/officeDocument/2006/relationships/extended-properties" Target="/docProps/app.xml" Id="R2b901e9fe3f14803" /><Relationship Type="http://schemas.openxmlformats.org/officeDocument/2006/relationships/officeDocument" Target="/ppt/presentation.xml" Id="Rd7b905b12baa48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114dd597bb415b"/>
  </p:sldMasterIdLst>
  <p:notesMasterIdLst>
    <p:notesMasterId xmlns:r="http://schemas.openxmlformats.org/officeDocument/2006/relationships" r:id="R9c463e3cab7b4cdc"/>
  </p:notesMasterIdLst>
  <p:sldIdLst>
    <p:sldId xmlns:r="http://schemas.openxmlformats.org/officeDocument/2006/relationships" id="256" r:id="R569ab89bc31d4add"/>
    <p:sldId xmlns:r="http://schemas.openxmlformats.org/officeDocument/2006/relationships" id="257" r:id="Rb45f5305fa9e4ca6"/>
    <p:sldId xmlns:r="http://schemas.openxmlformats.org/officeDocument/2006/relationships" id="258" r:id="Rd14d93d3ef344990"/>
    <p:sldId xmlns:r="http://schemas.openxmlformats.org/officeDocument/2006/relationships" id="259" r:id="R592a39b76fc146f3"/>
    <p:sldId xmlns:r="http://schemas.openxmlformats.org/officeDocument/2006/relationships" id="260" r:id="R4a497eecd5824837"/>
    <p:sldId xmlns:r="http://schemas.openxmlformats.org/officeDocument/2006/relationships" id="261" r:id="Rbe23964957514722"/>
    <p:sldId xmlns:r="http://schemas.openxmlformats.org/officeDocument/2006/relationships" id="262" r:id="R3c6071d067324bfe"/>
    <p:sldId xmlns:r="http://schemas.openxmlformats.org/officeDocument/2006/relationships" id="263" r:id="Rdd8d56edbb214b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9e16921bca4a48" /><Relationship Type="http://schemas.openxmlformats.org/officeDocument/2006/relationships/slideMaster" Target="/ppt/slideMasters/slideMaster1.xml" Id="Re0114dd597bb415b" /><Relationship Type="http://schemas.openxmlformats.org/officeDocument/2006/relationships/notesMaster" Target="/ppt/notesMasters/notesMaster1.xml" Id="R9c463e3cab7b4cdc" /><Relationship Type="http://schemas.openxmlformats.org/officeDocument/2006/relationships/presProps" Target="/ppt/presProps.xml" Id="R28d629820c714ce8" /><Relationship Type="http://schemas.openxmlformats.org/officeDocument/2006/relationships/tableStyles" Target="/ppt/tableStyles.xml" Id="R753d14b514eb4657" /><Relationship Type="http://schemas.openxmlformats.org/officeDocument/2006/relationships/slide" Target="/ppt/slides/slide1.xml" Id="R569ab89bc31d4add" /><Relationship Type="http://schemas.openxmlformats.org/officeDocument/2006/relationships/slide" Target="/ppt/slides/slide2.xml" Id="Rb45f5305fa9e4ca6" /><Relationship Type="http://schemas.openxmlformats.org/officeDocument/2006/relationships/slide" Target="/ppt/slides/slide3.xml" Id="Rd14d93d3ef344990" /><Relationship Type="http://schemas.openxmlformats.org/officeDocument/2006/relationships/slide" Target="/ppt/slides/slide4.xml" Id="R592a39b76fc146f3" /><Relationship Type="http://schemas.openxmlformats.org/officeDocument/2006/relationships/slide" Target="/ppt/slides/slide5.xml" Id="R4a497eecd5824837" /><Relationship Type="http://schemas.openxmlformats.org/officeDocument/2006/relationships/slide" Target="/ppt/slides/slide6.xml" Id="Rbe23964957514722" /><Relationship Type="http://schemas.openxmlformats.org/officeDocument/2006/relationships/slide" Target="/ppt/slides/slide7.xml" Id="R3c6071d067324bfe" /><Relationship Type="http://schemas.openxmlformats.org/officeDocument/2006/relationships/slide" Target="/ppt/slides/slide8.xml" Id="Rdd8d56edbb214b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0b1dbafee544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b0ef9dc43746cc" /><Relationship Type="http://schemas.openxmlformats.org/officeDocument/2006/relationships/notesMaster" Target="/ppt/notesMasters/notesMaster1.xml" Id="R0326a8d9f65742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614c8fc90941f3" /><Relationship Type="http://schemas.openxmlformats.org/officeDocument/2006/relationships/notesMaster" Target="/ppt/notesMasters/notesMaster1.xml" Id="Rea0dc1ceb5ea40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c20148116a44fd" /><Relationship Type="http://schemas.openxmlformats.org/officeDocument/2006/relationships/notesMaster" Target="/ppt/notesMasters/notesMaster1.xml" Id="Rf29c6c04b4f54c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59f9a06a564066" /><Relationship Type="http://schemas.openxmlformats.org/officeDocument/2006/relationships/notesMaster" Target="/ppt/notesMasters/notesMaster1.xml" Id="R4bc83357baff4e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aea5f70e164587" /><Relationship Type="http://schemas.openxmlformats.org/officeDocument/2006/relationships/notesMaster" Target="/ppt/notesMasters/notesMaster1.xml" Id="R31baf23192c84f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670f5e618c4be9" /><Relationship Type="http://schemas.openxmlformats.org/officeDocument/2006/relationships/notesMaster" Target="/ppt/notesMasters/notesMaster1.xml" Id="R811595dcb65f4f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c885016a614813" /><Relationship Type="http://schemas.openxmlformats.org/officeDocument/2006/relationships/notesMaster" Target="/ppt/notesMasters/notesMaster1.xml" Id="R36d927032fdd46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3145d1078147ec" /><Relationship Type="http://schemas.openxmlformats.org/officeDocument/2006/relationships/notesMaster" Target="/ppt/notesMasters/notesMaster1.xml" Id="R2fc3ef607f0840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baf29d125a42d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54d3994151402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99687a4d4949c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f6cada94ea4c8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3eb33b4b6e41f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4613ff3d884c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C6E98C-48DA-4522-879F-4AAE3C2989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8FC8FEA-EC09-4F09-9DF3-0AA62E4440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CB843A9-E69D-463C-96AF-FC40387A21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835E92-4A73-4636-B36B-92AB13152A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B721C2A-0904-48A4-A53E-814E2B2627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862A782-0E4C-471B-9BD0-A6C0DFE792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7744A8D-875D-4939-BB4D-B1C95C643F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399E012-07E8-46CE-ADC5-832803CC8D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64B2BED-288D-4444-9250-BF3E73DF06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B28D98A-6756-4D7D-BE80-4A6D62330D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f38dddbbd44e39" /><Relationship Type="http://schemas.openxmlformats.org/officeDocument/2006/relationships/slideLayout" Target="/ppt/slideLayouts/slideLayout1.xml" Id="R0142bdf98d0b45da" /><Relationship Type="http://schemas.openxmlformats.org/officeDocument/2006/relationships/slideLayout" Target="/ppt/slideLayouts/slideLayout2.xml" Id="Re75a9cd2e4f840f2" /><Relationship Type="http://schemas.openxmlformats.org/officeDocument/2006/relationships/slideLayout" Target="/ppt/slideLayouts/slideLayout3.xml" Id="R8711e032c44e4744" /><Relationship Type="http://schemas.openxmlformats.org/officeDocument/2006/relationships/slideLayout" Target="/ppt/slideLayouts/slideLayout4.xml" Id="Ra7e52abb7ca94182" /><Relationship Type="http://schemas.openxmlformats.org/officeDocument/2006/relationships/slideLayout" Target="/ppt/slideLayouts/slideLayout5.xml" Id="Re75021f4c3b54de7" /><Relationship Type="http://schemas.openxmlformats.org/officeDocument/2006/relationships/slideLayout" Target="/ppt/slideLayouts/slideLayout6.xml" Id="R1803b7dd273242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42bdf98d0b45da"/>
    <p:sldLayoutId xmlns:r="http://schemas.openxmlformats.org/officeDocument/2006/relationships" id="2147483650" r:id="Re75a9cd2e4f840f2"/>
    <p:sldLayoutId xmlns:r="http://schemas.openxmlformats.org/officeDocument/2006/relationships" id="2147483651" r:id="R8711e032c44e4744"/>
    <p:sldLayoutId xmlns:r="http://schemas.openxmlformats.org/officeDocument/2006/relationships" id="2147483652" r:id="Ra7e52abb7ca94182"/>
    <p:sldLayoutId xmlns:r="http://schemas.openxmlformats.org/officeDocument/2006/relationships" id="2147483653" r:id="Re75021f4c3b54de7"/>
    <p:sldLayoutId xmlns:r="http://schemas.openxmlformats.org/officeDocument/2006/relationships" id="2147483654" r:id="R1803b7dd273242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e8aa3663364e00" /><Relationship Type="http://schemas.openxmlformats.org/officeDocument/2006/relationships/notesSlide" Target="/ppt/notesSlides/notesSlide1.xml" Id="R1396402e611845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c28ffb7c0d4bcf" /><Relationship Type="http://schemas.openxmlformats.org/officeDocument/2006/relationships/notesSlide" Target="/ppt/notesSlides/notesSlide2.xml" Id="R580e1907d21545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b08d68c6494711" /><Relationship Type="http://schemas.openxmlformats.org/officeDocument/2006/relationships/notesSlide" Target="/ppt/notesSlides/notesSlide3.xml" Id="Rb85c1defb23f41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d9254a4cbf4a3e" /><Relationship Type="http://schemas.openxmlformats.org/officeDocument/2006/relationships/notesSlide" Target="/ppt/notesSlides/notesSlide4.xml" Id="Rf35847a9787948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5d4d19b53049d1" /><Relationship Type="http://schemas.openxmlformats.org/officeDocument/2006/relationships/notesSlide" Target="/ppt/notesSlides/notesSlide5.xml" Id="Re3733fe8c5ad44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2b941f8e2e4fce" /><Relationship Type="http://schemas.openxmlformats.org/officeDocument/2006/relationships/notesSlide" Target="/ppt/notesSlides/notesSlide6.xml" Id="Rac6feee4b3844f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5383c0a8e64d9d" /><Relationship Type="http://schemas.openxmlformats.org/officeDocument/2006/relationships/notesSlide" Target="/ppt/notesSlides/notesSlide7.xml" Id="Red296c4c9e9e4a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5ad82bf9984b5d" /><Relationship Type="http://schemas.openxmlformats.org/officeDocument/2006/relationships/notesSlide" Target="/ppt/notesSlides/notesSlide8.xml" Id="R7e0ebaedba374d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3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08F5EC-F409-499B-AF57-89A4B6BC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1200" b="1">
                <a:solidFill>
                  <a:srgbClr val="9CCFC4"/>
                </a:solidFill>
              </a:defRPr>
            </a:lvl1pPr>
            <a:lvl2pPr>
              <a:buNone/>
              <a:defRPr sz="1200" b="1">
                <a:solidFill>
                  <a:srgbClr val="9CCFC4"/>
                </a:solidFill>
              </a:defRPr>
            </a:lvl2pPr>
            <a:lvl3pPr>
              <a:buNone/>
              <a:defRPr sz="1200" b="1">
                <a:solidFill>
                  <a:srgbClr val="9CCFC4"/>
                </a:solidFill>
              </a:defRPr>
            </a:lvl3pPr>
            <a:lvl4pPr>
              <a:buNone/>
              <a:defRPr sz="1200" b="1">
                <a:solidFill>
                  <a:srgbClr val="9CCFC4"/>
                </a:solidFill>
              </a:defRPr>
            </a:lvl4pPr>
            <a:lvl5pPr>
              <a:buNone/>
              <a:defRPr sz="1200" b="1">
                <a:solidFill>
                  <a:srgbClr val="9CCFC4"/>
                </a:solidFill>
              </a:defRPr>
            </a:lvl5pPr>
            <a:lvl6pPr>
              <a:buNone/>
              <a:defRPr sz="1200" b="1">
                <a:solidFill>
                  <a:srgbClr val="9CCFC4"/>
                </a:solidFill>
              </a:defRPr>
            </a:lvl6pPr>
            <a:lvl7pPr>
              <a:buNone/>
              <a:defRPr sz="1200" b="1">
                <a:solidFill>
                  <a:srgbClr val="9CCFC4"/>
                </a:solidFill>
              </a:defRPr>
            </a:lvl7pPr>
            <a:lvl8pPr>
              <a:buNone/>
              <a:defRPr sz="1200" b="1">
                <a:solidFill>
                  <a:srgbClr val="9CCFC4"/>
                </a:solidFill>
              </a:defRPr>
            </a:lvl8pPr>
            <a:lvl9pPr>
              <a:buNone/>
              <a:defRPr sz="1200" b="1">
                <a:solidFill>
                  <a:srgbClr val="9CCFC4"/>
                </a:solidFill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9CCFC4"/>
                </a:solidFill>
              </a:defRPr>
            </a:pPr>
            <a:r>
              <a:rPr sz="1200" b="1">
                <a:solidFill>
                  <a:srgbClr val="9CCFC4"/>
                </a:solidFill>
              </a:rPr>
              <a:t>INTERVIEW PREPARATION PORTAL   /  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4DD713-EFFE-4661-845C-A2628937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1028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3750" b="1">
                <a:solidFill>
                  <a:srgbClr val="F7F5EF"/>
                </a:solidFill>
              </a:defRPr>
            </a:lvl1pPr>
            <a:lvl2pPr>
              <a:buNone/>
              <a:defRPr sz="3750" b="1">
                <a:solidFill>
                  <a:srgbClr val="F7F5EF"/>
                </a:solidFill>
              </a:defRPr>
            </a:lvl2pPr>
            <a:lvl3pPr>
              <a:buNone/>
              <a:defRPr sz="3750" b="1">
                <a:solidFill>
                  <a:srgbClr val="F7F5EF"/>
                </a:solidFill>
              </a:defRPr>
            </a:lvl3pPr>
            <a:lvl4pPr>
              <a:buNone/>
              <a:defRPr sz="3750" b="1">
                <a:solidFill>
                  <a:srgbClr val="F7F5EF"/>
                </a:solidFill>
              </a:defRPr>
            </a:lvl4pPr>
            <a:lvl5pPr>
              <a:buNone/>
              <a:defRPr sz="3750" b="1">
                <a:solidFill>
                  <a:srgbClr val="F7F5EF"/>
                </a:solidFill>
              </a:defRPr>
            </a:lvl5pPr>
            <a:lvl6pPr>
              <a:buNone/>
              <a:defRPr sz="3750" b="1">
                <a:solidFill>
                  <a:srgbClr val="F7F5EF"/>
                </a:solidFill>
              </a:defRPr>
            </a:lvl6pPr>
            <a:lvl7pPr>
              <a:buNone/>
              <a:defRPr sz="3750" b="1">
                <a:solidFill>
                  <a:srgbClr val="F7F5EF"/>
                </a:solidFill>
              </a:defRPr>
            </a:lvl7pPr>
            <a:lvl8pPr>
              <a:buNone/>
              <a:defRPr sz="3750" b="1">
                <a:solidFill>
                  <a:srgbClr val="F7F5EF"/>
                </a:solidFill>
              </a:defRPr>
            </a:lvl8pPr>
            <a:lvl9pPr>
              <a:buNone/>
              <a:defRPr sz="3750" b="1">
                <a:solidFill>
                  <a:srgbClr val="F7F5EF"/>
                </a:solidFill>
              </a:defRPr>
            </a:lvl9pPr>
          </a:lstStyle>
          <a:p xmlns:a="http://schemas.openxmlformats.org/drawingml/2006/main">
            <a:pPr>
              <a:buNone/>
              <a:defRPr sz="3750" b="1">
                <a:solidFill>
                  <a:srgbClr val="F7F5EF"/>
                </a:solidFill>
              </a:defRPr>
            </a:pPr>
            <a:r>
              <a:rPr sz="3750" b="1">
                <a:solidFill>
                  <a:srgbClr val="F7F5EF"/>
                </a:solidFill>
              </a:rPr>
              <a:t>Interview Preparation Portal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EB3E38-5E4D-4620-9534-2CF6F05C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8F"/>
          </a:solidFill>
          <a:ln xmlns:a="http://schemas.openxmlformats.org/drawingml/2006/main" w="0">
            <a:solidFill>
              <a:srgbClr val="19A7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76435-A092-41EA-8649-BD69C2C9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10191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1950" b="0">
                <a:solidFill>
                  <a:srgbClr val="F7F5EF"/>
                </a:solidFill>
              </a:defRPr>
            </a:lvl1pPr>
            <a:lvl2pPr>
              <a:buNone/>
              <a:defRPr sz="1950" b="0">
                <a:solidFill>
                  <a:srgbClr val="F7F5EF"/>
                </a:solidFill>
              </a:defRPr>
            </a:lvl2pPr>
            <a:lvl3pPr>
              <a:buNone/>
              <a:defRPr sz="1950" b="0">
                <a:solidFill>
                  <a:srgbClr val="F7F5EF"/>
                </a:solidFill>
              </a:defRPr>
            </a:lvl3pPr>
            <a:lvl4pPr>
              <a:buNone/>
              <a:defRPr sz="1950" b="0">
                <a:solidFill>
                  <a:srgbClr val="F7F5EF"/>
                </a:solidFill>
              </a:defRPr>
            </a:lvl4pPr>
            <a:lvl5pPr>
              <a:buNone/>
              <a:defRPr sz="1950" b="0">
                <a:solidFill>
                  <a:srgbClr val="F7F5EF"/>
                </a:solidFill>
              </a:defRPr>
            </a:lvl5pPr>
            <a:lvl6pPr>
              <a:buNone/>
              <a:defRPr sz="1950" b="0">
                <a:solidFill>
                  <a:srgbClr val="F7F5EF"/>
                </a:solidFill>
              </a:defRPr>
            </a:lvl6pPr>
            <a:lvl7pPr>
              <a:buNone/>
              <a:defRPr sz="1950" b="0">
                <a:solidFill>
                  <a:srgbClr val="F7F5EF"/>
                </a:solidFill>
              </a:defRPr>
            </a:lvl7pPr>
            <a:lvl8pPr>
              <a:buNone/>
              <a:defRPr sz="1950" b="0">
                <a:solidFill>
                  <a:srgbClr val="F7F5EF"/>
                </a:solidFill>
              </a:defRPr>
            </a:lvl8pPr>
            <a:lvl9pPr>
              <a:buNone/>
              <a:defRPr sz="1950" b="0">
                <a:solidFill>
                  <a:srgbClr val="F7F5EF"/>
                </a:solidFill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F7F5EF"/>
                </a:solidFill>
              </a:defRPr>
            </a:pPr>
            <a:r>
              <a:rPr sz="1950" b="0">
                <a:solidFill>
                  <a:srgbClr val="F7F5EF"/>
                </a:solidFill>
              </a:rPr>
              <a:t>A focused tool for technical interview practice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D658A2-5545-44C7-93BB-A1A21846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388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1275" b="0">
                <a:solidFill>
                  <a:srgbClr val="C7D6DE"/>
                </a:solidFill>
              </a:defRPr>
            </a:lvl1pPr>
            <a:lvl2pPr>
              <a:buNone/>
              <a:defRPr sz="1275" b="0">
                <a:solidFill>
                  <a:srgbClr val="C7D6DE"/>
                </a:solidFill>
              </a:defRPr>
            </a:lvl2pPr>
            <a:lvl3pPr>
              <a:buNone/>
              <a:defRPr sz="1275" b="0">
                <a:solidFill>
                  <a:srgbClr val="C7D6DE"/>
                </a:solidFill>
              </a:defRPr>
            </a:lvl3pPr>
            <a:lvl4pPr>
              <a:buNone/>
              <a:defRPr sz="1275" b="0">
                <a:solidFill>
                  <a:srgbClr val="C7D6DE"/>
                </a:solidFill>
              </a:defRPr>
            </a:lvl4pPr>
            <a:lvl5pPr>
              <a:buNone/>
              <a:defRPr sz="1275" b="0">
                <a:solidFill>
                  <a:srgbClr val="C7D6DE"/>
                </a:solidFill>
              </a:defRPr>
            </a:lvl5pPr>
            <a:lvl6pPr>
              <a:buNone/>
              <a:defRPr sz="1275" b="0">
                <a:solidFill>
                  <a:srgbClr val="C7D6DE"/>
                </a:solidFill>
              </a:defRPr>
            </a:lvl6pPr>
            <a:lvl7pPr>
              <a:buNone/>
              <a:defRPr sz="1275" b="0">
                <a:solidFill>
                  <a:srgbClr val="C7D6DE"/>
                </a:solidFill>
              </a:defRPr>
            </a:lvl7pPr>
            <a:lvl8pPr>
              <a:buNone/>
              <a:defRPr sz="1275" b="0">
                <a:solidFill>
                  <a:srgbClr val="C7D6DE"/>
                </a:solidFill>
              </a:defRPr>
            </a:lvl8pPr>
            <a:lvl9pPr>
              <a:buNone/>
              <a:defRPr sz="1275" b="0">
                <a:solidFill>
                  <a:srgbClr val="C7D6DE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C7D6DE"/>
                </a:solidFill>
              </a:defRPr>
            </a:pPr>
            <a:r>
              <a:rPr sz="1275" b="0">
                <a:solidFill>
                  <a:srgbClr val="C7D6DE"/>
                </a:solidFill>
              </a:rPr>
              <a:t>College project · Python · Streamlit · SQLite</a:t>
            </a:r>
          </a:p>
        </p:txBody>
      </p:sp>
    </p:spTree>
    <p:extLst>
      <p:ext uri="{BB962C8B-B14F-4D97-AF65-F5344CB8AC3E}">
        <p14:creationId xmlns:p14="http://schemas.microsoft.com/office/powerpoint/2010/main" val="9620645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C0DD2-A556-42EB-BF54-3527C6D6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1200" b="1">
                <a:solidFill>
                  <a:srgbClr val="397A70"/>
                </a:solidFill>
              </a:defRPr>
            </a:lvl1pPr>
            <a:lvl2pPr>
              <a:buNone/>
              <a:defRPr sz="1200" b="1">
                <a:solidFill>
                  <a:srgbClr val="397A70"/>
                </a:solidFill>
              </a:defRPr>
            </a:lvl2pPr>
            <a:lvl3pPr>
              <a:buNone/>
              <a:defRPr sz="1200" b="1">
                <a:solidFill>
                  <a:srgbClr val="397A70"/>
                </a:solidFill>
              </a:defRPr>
            </a:lvl3pPr>
            <a:lvl4pPr>
              <a:buNone/>
              <a:defRPr sz="1200" b="1">
                <a:solidFill>
                  <a:srgbClr val="397A70"/>
                </a:solidFill>
              </a:defRPr>
            </a:lvl4pPr>
            <a:lvl5pPr>
              <a:buNone/>
              <a:defRPr sz="1200" b="1">
                <a:solidFill>
                  <a:srgbClr val="397A70"/>
                </a:solidFill>
              </a:defRPr>
            </a:lvl5pPr>
            <a:lvl6pPr>
              <a:buNone/>
              <a:defRPr sz="1200" b="1">
                <a:solidFill>
                  <a:srgbClr val="397A70"/>
                </a:solidFill>
              </a:defRPr>
            </a:lvl6pPr>
            <a:lvl7pPr>
              <a:buNone/>
              <a:defRPr sz="1200" b="1">
                <a:solidFill>
                  <a:srgbClr val="397A70"/>
                </a:solidFill>
              </a:defRPr>
            </a:lvl7pPr>
            <a:lvl8pPr>
              <a:buNone/>
              <a:defRPr sz="1200" b="1">
                <a:solidFill>
                  <a:srgbClr val="397A70"/>
                </a:solidFill>
              </a:defRPr>
            </a:lvl8pPr>
            <a:lvl9pPr>
              <a:buNone/>
              <a:defRPr sz="1200" b="1">
                <a:solidFill>
                  <a:srgbClr val="397A70"/>
                </a:solidFill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397A70"/>
                </a:solidFill>
              </a:defRPr>
            </a:pPr>
            <a:r>
              <a:rPr sz="1200" b="1">
                <a:solidFill>
                  <a:srgbClr val="397A70"/>
                </a:solidFill>
              </a:rPr>
              <a:t>INTERVIEW PREPARATION PORTAL   /  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F5995F-8331-44DB-BA31-BA6B4C21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25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2850" b="1">
                <a:solidFill>
                  <a:srgbClr val="102338"/>
                </a:solidFill>
              </a:defRPr>
            </a:lvl1pPr>
            <a:lvl2pPr>
              <a:buNone/>
              <a:defRPr sz="2850" b="1">
                <a:solidFill>
                  <a:srgbClr val="102338"/>
                </a:solidFill>
              </a:defRPr>
            </a:lvl2pPr>
            <a:lvl3pPr>
              <a:buNone/>
              <a:defRPr sz="2850" b="1">
                <a:solidFill>
                  <a:srgbClr val="102338"/>
                </a:solidFill>
              </a:defRPr>
            </a:lvl3pPr>
            <a:lvl4pPr>
              <a:buNone/>
              <a:defRPr sz="2850" b="1">
                <a:solidFill>
                  <a:srgbClr val="102338"/>
                </a:solidFill>
              </a:defRPr>
            </a:lvl4pPr>
            <a:lvl5pPr>
              <a:buNone/>
              <a:defRPr sz="2850" b="1">
                <a:solidFill>
                  <a:srgbClr val="102338"/>
                </a:solidFill>
              </a:defRPr>
            </a:lvl5pPr>
            <a:lvl6pPr>
              <a:buNone/>
              <a:defRPr sz="2850" b="1">
                <a:solidFill>
                  <a:srgbClr val="102338"/>
                </a:solidFill>
              </a:defRPr>
            </a:lvl6pPr>
            <a:lvl7pPr>
              <a:buNone/>
              <a:defRPr sz="2850" b="1">
                <a:solidFill>
                  <a:srgbClr val="102338"/>
                </a:solidFill>
              </a:defRPr>
            </a:lvl7pPr>
            <a:lvl8pPr>
              <a:buNone/>
              <a:defRPr sz="2850" b="1">
                <a:solidFill>
                  <a:srgbClr val="102338"/>
                </a:solidFill>
              </a:defRPr>
            </a:lvl8pPr>
            <a:lvl9pPr>
              <a:buNone/>
              <a:defRPr sz="2850" b="1">
                <a:solidFill>
                  <a:srgbClr val="102338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338"/>
                </a:solidFill>
              </a:defRPr>
            </a:pPr>
            <a:r>
              <a:rPr sz="2850" b="1">
                <a:solidFill>
                  <a:srgbClr val="102338"/>
                </a:solidFill>
              </a:rPr>
              <a:t>Problem and objective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0ADF0-FF95-4371-86EC-F11CA0E4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8F"/>
          </a:solidFill>
          <a:ln xmlns:a="http://schemas.openxmlformats.org/drawingml/2006/main" w="0">
            <a:solidFill>
              <a:srgbClr val="19A7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33EBB-48C8-458A-930F-B31DF7DE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10191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2025" b="0">
                <a:solidFill>
                  <a:srgbClr val="102338"/>
                </a:solidFill>
              </a:defRPr>
            </a:lvl1pPr>
            <a:lvl2pPr>
              <a:buNone/>
              <a:defRPr sz="2025" b="0">
                <a:solidFill>
                  <a:srgbClr val="102338"/>
                </a:solidFill>
              </a:defRPr>
            </a:lvl2pPr>
            <a:lvl3pPr>
              <a:buNone/>
              <a:defRPr sz="2025" b="0">
                <a:solidFill>
                  <a:srgbClr val="102338"/>
                </a:solidFill>
              </a:defRPr>
            </a:lvl3pPr>
            <a:lvl4pPr>
              <a:buNone/>
              <a:defRPr sz="2025" b="0">
                <a:solidFill>
                  <a:srgbClr val="102338"/>
                </a:solidFill>
              </a:defRPr>
            </a:lvl4pPr>
            <a:lvl5pPr>
              <a:buNone/>
              <a:defRPr sz="2025" b="0">
                <a:solidFill>
                  <a:srgbClr val="102338"/>
                </a:solidFill>
              </a:defRPr>
            </a:lvl5pPr>
            <a:lvl6pPr>
              <a:buNone/>
              <a:defRPr sz="2025" b="0">
                <a:solidFill>
                  <a:srgbClr val="102338"/>
                </a:solidFill>
              </a:defRPr>
            </a:lvl6pPr>
            <a:lvl7pPr>
              <a:buNone/>
              <a:defRPr sz="2025" b="0">
                <a:solidFill>
                  <a:srgbClr val="102338"/>
                </a:solidFill>
              </a:defRPr>
            </a:lvl7pPr>
            <a:lvl8pPr>
              <a:buNone/>
              <a:defRPr sz="2025" b="0">
                <a:solidFill>
                  <a:srgbClr val="102338"/>
                </a:solidFill>
              </a:defRPr>
            </a:lvl8pPr>
            <a:lvl9pPr>
              <a:buNone/>
              <a:defRPr sz="2025" b="0">
                <a:solidFill>
                  <a:srgbClr val="102338"/>
                </a:solidFill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Students need focused topic practice</a:t>
            </a:r>
          </a:p>
          <a:p xmlns:a="http://schemas.openxmlformats.org/drawingml/2006/main">
            <a:pPr>
              <a:buNone/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Progress is easier to improve when it is visible</a:t>
            </a:r>
          </a:p>
          <a:p xmlns:a="http://schemas.openxmlformats.org/drawingml/2006/main">
            <a:pPr>
              <a:buNone/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One simple app connects practice, tests and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05BE8F-E3E1-497F-A877-341CEFD9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388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1275" b="0">
                <a:solidFill>
                  <a:srgbClr val="56706F"/>
                </a:solidFill>
              </a:defRPr>
            </a:lvl1pPr>
            <a:lvl2pPr>
              <a:buNone/>
              <a:defRPr sz="1275" b="0">
                <a:solidFill>
                  <a:srgbClr val="56706F"/>
                </a:solidFill>
              </a:defRPr>
            </a:lvl2pPr>
            <a:lvl3pPr>
              <a:buNone/>
              <a:defRPr sz="1275" b="0">
                <a:solidFill>
                  <a:srgbClr val="56706F"/>
                </a:solidFill>
              </a:defRPr>
            </a:lvl3pPr>
            <a:lvl4pPr>
              <a:buNone/>
              <a:defRPr sz="1275" b="0">
                <a:solidFill>
                  <a:srgbClr val="56706F"/>
                </a:solidFill>
              </a:defRPr>
            </a:lvl4pPr>
            <a:lvl5pPr>
              <a:buNone/>
              <a:defRPr sz="1275" b="0">
                <a:solidFill>
                  <a:srgbClr val="56706F"/>
                </a:solidFill>
              </a:defRPr>
            </a:lvl5pPr>
            <a:lvl6pPr>
              <a:buNone/>
              <a:defRPr sz="1275" b="0">
                <a:solidFill>
                  <a:srgbClr val="56706F"/>
                </a:solidFill>
              </a:defRPr>
            </a:lvl6pPr>
            <a:lvl7pPr>
              <a:buNone/>
              <a:defRPr sz="1275" b="0">
                <a:solidFill>
                  <a:srgbClr val="56706F"/>
                </a:solidFill>
              </a:defRPr>
            </a:lvl7pPr>
            <a:lvl8pPr>
              <a:buNone/>
              <a:defRPr sz="1275" b="0">
                <a:solidFill>
                  <a:srgbClr val="56706F"/>
                </a:solidFill>
              </a:defRPr>
            </a:lvl8pPr>
            <a:lvl9pPr>
              <a:buNone/>
              <a:defRPr sz="1275" b="0">
                <a:solidFill>
                  <a:srgbClr val="56706F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6706F"/>
                </a:solidFill>
              </a:defRPr>
            </a:pPr>
            <a:r>
              <a:rPr sz="1275" b="0">
                <a:solidFill>
                  <a:srgbClr val="56706F"/>
                </a:solidFill>
              </a:rPr>
              <a:t>Build a practical study tool within a one-to-two week scope</a:t>
            </a:r>
          </a:p>
        </p:txBody>
      </p:sp>
    </p:spTree>
    <p:extLst>
      <p:ext uri="{BB962C8B-B14F-4D97-AF65-F5344CB8AC3E}">
        <p14:creationId xmlns:p14="http://schemas.microsoft.com/office/powerpoint/2010/main" val="3899864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B72495-79F1-4523-B625-33260DF0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1200" b="1">
                <a:solidFill>
                  <a:srgbClr val="397A70"/>
                </a:solidFill>
              </a:defRPr>
            </a:lvl1pPr>
            <a:lvl2pPr>
              <a:buNone/>
              <a:defRPr sz="1200" b="1">
                <a:solidFill>
                  <a:srgbClr val="397A70"/>
                </a:solidFill>
              </a:defRPr>
            </a:lvl2pPr>
            <a:lvl3pPr>
              <a:buNone/>
              <a:defRPr sz="1200" b="1">
                <a:solidFill>
                  <a:srgbClr val="397A70"/>
                </a:solidFill>
              </a:defRPr>
            </a:lvl3pPr>
            <a:lvl4pPr>
              <a:buNone/>
              <a:defRPr sz="1200" b="1">
                <a:solidFill>
                  <a:srgbClr val="397A70"/>
                </a:solidFill>
              </a:defRPr>
            </a:lvl4pPr>
            <a:lvl5pPr>
              <a:buNone/>
              <a:defRPr sz="1200" b="1">
                <a:solidFill>
                  <a:srgbClr val="397A70"/>
                </a:solidFill>
              </a:defRPr>
            </a:lvl5pPr>
            <a:lvl6pPr>
              <a:buNone/>
              <a:defRPr sz="1200" b="1">
                <a:solidFill>
                  <a:srgbClr val="397A70"/>
                </a:solidFill>
              </a:defRPr>
            </a:lvl6pPr>
            <a:lvl7pPr>
              <a:buNone/>
              <a:defRPr sz="1200" b="1">
                <a:solidFill>
                  <a:srgbClr val="397A70"/>
                </a:solidFill>
              </a:defRPr>
            </a:lvl7pPr>
            <a:lvl8pPr>
              <a:buNone/>
              <a:defRPr sz="1200" b="1">
                <a:solidFill>
                  <a:srgbClr val="397A70"/>
                </a:solidFill>
              </a:defRPr>
            </a:lvl8pPr>
            <a:lvl9pPr>
              <a:buNone/>
              <a:defRPr sz="1200" b="1">
                <a:solidFill>
                  <a:srgbClr val="397A70"/>
                </a:solidFill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397A70"/>
                </a:solidFill>
              </a:defRPr>
            </a:pPr>
            <a:r>
              <a:rPr sz="1200" b="1">
                <a:solidFill>
                  <a:srgbClr val="397A70"/>
                </a:solidFill>
              </a:rPr>
              <a:t>INTERVIEW PREPARATION PORTAL   /  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0B081E-5598-42BC-940A-43433E4A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25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2850" b="1">
                <a:solidFill>
                  <a:srgbClr val="102338"/>
                </a:solidFill>
              </a:defRPr>
            </a:lvl1pPr>
            <a:lvl2pPr>
              <a:buNone/>
              <a:defRPr sz="2850" b="1">
                <a:solidFill>
                  <a:srgbClr val="102338"/>
                </a:solidFill>
              </a:defRPr>
            </a:lvl2pPr>
            <a:lvl3pPr>
              <a:buNone/>
              <a:defRPr sz="2850" b="1">
                <a:solidFill>
                  <a:srgbClr val="102338"/>
                </a:solidFill>
              </a:defRPr>
            </a:lvl3pPr>
            <a:lvl4pPr>
              <a:buNone/>
              <a:defRPr sz="2850" b="1">
                <a:solidFill>
                  <a:srgbClr val="102338"/>
                </a:solidFill>
              </a:defRPr>
            </a:lvl4pPr>
            <a:lvl5pPr>
              <a:buNone/>
              <a:defRPr sz="2850" b="1">
                <a:solidFill>
                  <a:srgbClr val="102338"/>
                </a:solidFill>
              </a:defRPr>
            </a:lvl5pPr>
            <a:lvl6pPr>
              <a:buNone/>
              <a:defRPr sz="2850" b="1">
                <a:solidFill>
                  <a:srgbClr val="102338"/>
                </a:solidFill>
              </a:defRPr>
            </a:lvl6pPr>
            <a:lvl7pPr>
              <a:buNone/>
              <a:defRPr sz="2850" b="1">
                <a:solidFill>
                  <a:srgbClr val="102338"/>
                </a:solidFill>
              </a:defRPr>
            </a:lvl7pPr>
            <a:lvl8pPr>
              <a:buNone/>
              <a:defRPr sz="2850" b="1">
                <a:solidFill>
                  <a:srgbClr val="102338"/>
                </a:solidFill>
              </a:defRPr>
            </a:lvl8pPr>
            <a:lvl9pPr>
              <a:buNone/>
              <a:defRPr sz="2850" b="1">
                <a:solidFill>
                  <a:srgbClr val="102338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338"/>
                </a:solidFill>
              </a:defRPr>
            </a:pPr>
            <a:r>
              <a:rPr sz="2850" b="1">
                <a:solidFill>
                  <a:srgbClr val="102338"/>
                </a:solidFill>
              </a:rPr>
              <a:t>Features and learner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11A171-BAD0-4417-ACC5-6F6E42D9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8F"/>
          </a:solidFill>
          <a:ln xmlns:a="http://schemas.openxmlformats.org/drawingml/2006/main" w="0">
            <a:solidFill>
              <a:srgbClr val="19A7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B798E-3854-4176-9FAE-BC38CA93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10191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2025" b="0">
                <a:solidFill>
                  <a:srgbClr val="102338"/>
                </a:solidFill>
              </a:defRPr>
            </a:lvl1pPr>
            <a:lvl2pPr>
              <a:buNone/>
              <a:defRPr sz="2025" b="0">
                <a:solidFill>
                  <a:srgbClr val="102338"/>
                </a:solidFill>
              </a:defRPr>
            </a:lvl2pPr>
            <a:lvl3pPr>
              <a:buNone/>
              <a:defRPr sz="2025" b="0">
                <a:solidFill>
                  <a:srgbClr val="102338"/>
                </a:solidFill>
              </a:defRPr>
            </a:lvl3pPr>
            <a:lvl4pPr>
              <a:buNone/>
              <a:defRPr sz="2025" b="0">
                <a:solidFill>
                  <a:srgbClr val="102338"/>
                </a:solidFill>
              </a:defRPr>
            </a:lvl4pPr>
            <a:lvl5pPr>
              <a:buNone/>
              <a:defRPr sz="2025" b="0">
                <a:solidFill>
                  <a:srgbClr val="102338"/>
                </a:solidFill>
              </a:defRPr>
            </a:lvl5pPr>
            <a:lvl6pPr>
              <a:buNone/>
              <a:defRPr sz="2025" b="0">
                <a:solidFill>
                  <a:srgbClr val="102338"/>
                </a:solidFill>
              </a:defRPr>
            </a:lvl6pPr>
            <a:lvl7pPr>
              <a:buNone/>
              <a:defRPr sz="2025" b="0">
                <a:solidFill>
                  <a:srgbClr val="102338"/>
                </a:solidFill>
              </a:defRPr>
            </a:lvl7pPr>
            <a:lvl8pPr>
              <a:buNone/>
              <a:defRPr sz="2025" b="0">
                <a:solidFill>
                  <a:srgbClr val="102338"/>
                </a:solidFill>
              </a:defRPr>
            </a:lvl8pPr>
            <a:lvl9pPr>
              <a:buNone/>
              <a:defRPr sz="2025" b="0">
                <a:solidFill>
                  <a:srgbClr val="102338"/>
                </a:solidFill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Search and filter topic-wise MCQs</a:t>
            </a:r>
          </a:p>
          <a:p xmlns:a="http://schemas.openxmlformats.org/drawingml/2006/main">
            <a:pPr>
              <a:buNone/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Check answers and read explanations</a:t>
            </a:r>
          </a:p>
          <a:p xmlns:a="http://schemas.openxmlformats.org/drawingml/2006/main">
            <a:pPr>
              <a:buNone/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Bookmark questions for revision</a:t>
            </a:r>
          </a:p>
          <a:p xmlns:a="http://schemas.openxmlformats.org/drawingml/2006/main">
            <a:pPr>
              <a:buNone/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Take timed mock tests and review 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7F250D-7AF2-4777-A43C-2A346EA3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388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1275" b="0">
                <a:solidFill>
                  <a:srgbClr val="56706F"/>
                </a:solidFill>
              </a:defRPr>
            </a:lvl1pPr>
            <a:lvl2pPr>
              <a:buNone/>
              <a:defRPr sz="1275" b="0">
                <a:solidFill>
                  <a:srgbClr val="56706F"/>
                </a:solidFill>
              </a:defRPr>
            </a:lvl2pPr>
            <a:lvl3pPr>
              <a:buNone/>
              <a:defRPr sz="1275" b="0">
                <a:solidFill>
                  <a:srgbClr val="56706F"/>
                </a:solidFill>
              </a:defRPr>
            </a:lvl3pPr>
            <a:lvl4pPr>
              <a:buNone/>
              <a:defRPr sz="1275" b="0">
                <a:solidFill>
                  <a:srgbClr val="56706F"/>
                </a:solidFill>
              </a:defRPr>
            </a:lvl4pPr>
            <a:lvl5pPr>
              <a:buNone/>
              <a:defRPr sz="1275" b="0">
                <a:solidFill>
                  <a:srgbClr val="56706F"/>
                </a:solidFill>
              </a:defRPr>
            </a:lvl5pPr>
            <a:lvl6pPr>
              <a:buNone/>
              <a:defRPr sz="1275" b="0">
                <a:solidFill>
                  <a:srgbClr val="56706F"/>
                </a:solidFill>
              </a:defRPr>
            </a:lvl6pPr>
            <a:lvl7pPr>
              <a:buNone/>
              <a:defRPr sz="1275" b="0">
                <a:solidFill>
                  <a:srgbClr val="56706F"/>
                </a:solidFill>
              </a:defRPr>
            </a:lvl7pPr>
            <a:lvl8pPr>
              <a:buNone/>
              <a:defRPr sz="1275" b="0">
                <a:solidFill>
                  <a:srgbClr val="56706F"/>
                </a:solidFill>
              </a:defRPr>
            </a:lvl8pPr>
            <a:lvl9pPr>
              <a:buNone/>
              <a:defRPr sz="1275" b="0">
                <a:solidFill>
                  <a:srgbClr val="56706F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6706F"/>
                </a:solidFill>
              </a:defRPr>
            </a:pPr>
            <a:r>
              <a:rPr sz="1275" b="0">
                <a:solidFill>
                  <a:srgbClr val="56706F"/>
                </a:solidFill>
              </a:rPr>
              <a:t>Dashboard tracks scores and completed attempts</a:t>
            </a:r>
          </a:p>
        </p:txBody>
      </p:sp>
    </p:spTree>
    <p:extLst>
      <p:ext uri="{BB962C8B-B14F-4D97-AF65-F5344CB8AC3E}">
        <p14:creationId xmlns:p14="http://schemas.microsoft.com/office/powerpoint/2010/main" val="16443849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46F88B-918B-4C53-8CC8-9C3571C5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1200" b="1">
                <a:solidFill>
                  <a:srgbClr val="397A70"/>
                </a:solidFill>
              </a:defRPr>
            </a:lvl1pPr>
            <a:lvl2pPr>
              <a:buNone/>
              <a:defRPr sz="1200" b="1">
                <a:solidFill>
                  <a:srgbClr val="397A70"/>
                </a:solidFill>
              </a:defRPr>
            </a:lvl2pPr>
            <a:lvl3pPr>
              <a:buNone/>
              <a:defRPr sz="1200" b="1">
                <a:solidFill>
                  <a:srgbClr val="397A70"/>
                </a:solidFill>
              </a:defRPr>
            </a:lvl3pPr>
            <a:lvl4pPr>
              <a:buNone/>
              <a:defRPr sz="1200" b="1">
                <a:solidFill>
                  <a:srgbClr val="397A70"/>
                </a:solidFill>
              </a:defRPr>
            </a:lvl4pPr>
            <a:lvl5pPr>
              <a:buNone/>
              <a:defRPr sz="1200" b="1">
                <a:solidFill>
                  <a:srgbClr val="397A70"/>
                </a:solidFill>
              </a:defRPr>
            </a:lvl5pPr>
            <a:lvl6pPr>
              <a:buNone/>
              <a:defRPr sz="1200" b="1">
                <a:solidFill>
                  <a:srgbClr val="397A70"/>
                </a:solidFill>
              </a:defRPr>
            </a:lvl6pPr>
            <a:lvl7pPr>
              <a:buNone/>
              <a:defRPr sz="1200" b="1">
                <a:solidFill>
                  <a:srgbClr val="397A70"/>
                </a:solidFill>
              </a:defRPr>
            </a:lvl7pPr>
            <a:lvl8pPr>
              <a:buNone/>
              <a:defRPr sz="1200" b="1">
                <a:solidFill>
                  <a:srgbClr val="397A70"/>
                </a:solidFill>
              </a:defRPr>
            </a:lvl8pPr>
            <a:lvl9pPr>
              <a:buNone/>
              <a:defRPr sz="1200" b="1">
                <a:solidFill>
                  <a:srgbClr val="397A70"/>
                </a:solidFill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397A70"/>
                </a:solidFill>
              </a:defRPr>
            </a:pPr>
            <a:r>
              <a:rPr sz="1200" b="1">
                <a:solidFill>
                  <a:srgbClr val="397A70"/>
                </a:solidFill>
              </a:rPr>
              <a:t>INTERVIEW PREPARATION PORTAL   /  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159FA-CFF3-4DE3-AF06-CE543EF6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25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2850" b="1">
                <a:solidFill>
                  <a:srgbClr val="102338"/>
                </a:solidFill>
              </a:defRPr>
            </a:lvl1pPr>
            <a:lvl2pPr>
              <a:buNone/>
              <a:defRPr sz="2850" b="1">
                <a:solidFill>
                  <a:srgbClr val="102338"/>
                </a:solidFill>
              </a:defRPr>
            </a:lvl2pPr>
            <a:lvl3pPr>
              <a:buNone/>
              <a:defRPr sz="2850" b="1">
                <a:solidFill>
                  <a:srgbClr val="102338"/>
                </a:solidFill>
              </a:defRPr>
            </a:lvl3pPr>
            <a:lvl4pPr>
              <a:buNone/>
              <a:defRPr sz="2850" b="1">
                <a:solidFill>
                  <a:srgbClr val="102338"/>
                </a:solidFill>
              </a:defRPr>
            </a:lvl4pPr>
            <a:lvl5pPr>
              <a:buNone/>
              <a:defRPr sz="2850" b="1">
                <a:solidFill>
                  <a:srgbClr val="102338"/>
                </a:solidFill>
              </a:defRPr>
            </a:lvl5pPr>
            <a:lvl6pPr>
              <a:buNone/>
              <a:defRPr sz="2850" b="1">
                <a:solidFill>
                  <a:srgbClr val="102338"/>
                </a:solidFill>
              </a:defRPr>
            </a:lvl6pPr>
            <a:lvl7pPr>
              <a:buNone/>
              <a:defRPr sz="2850" b="1">
                <a:solidFill>
                  <a:srgbClr val="102338"/>
                </a:solidFill>
              </a:defRPr>
            </a:lvl7pPr>
            <a:lvl8pPr>
              <a:buNone/>
              <a:defRPr sz="2850" b="1">
                <a:solidFill>
                  <a:srgbClr val="102338"/>
                </a:solidFill>
              </a:defRPr>
            </a:lvl8pPr>
            <a:lvl9pPr>
              <a:buNone/>
              <a:defRPr sz="2850" b="1">
                <a:solidFill>
                  <a:srgbClr val="102338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338"/>
                </a:solidFill>
              </a:defRPr>
            </a:pPr>
            <a:r>
              <a:rPr sz="2850" b="1">
                <a:solidFill>
                  <a:srgbClr val="102338"/>
                </a:solidFill>
              </a:rPr>
              <a:t>Technology and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7DB8FD-4F0A-42AB-80CB-89FFBE88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8F"/>
          </a:solidFill>
          <a:ln xmlns:a="http://schemas.openxmlformats.org/drawingml/2006/main" w="0">
            <a:solidFill>
              <a:srgbClr val="19A7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32A41B-0DF0-4F1E-A093-329DB1BA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10191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2025" b="0">
                <a:solidFill>
                  <a:srgbClr val="102338"/>
                </a:solidFill>
              </a:defRPr>
            </a:lvl1pPr>
            <a:lvl2pPr>
              <a:buNone/>
              <a:defRPr sz="2025" b="0">
                <a:solidFill>
                  <a:srgbClr val="102338"/>
                </a:solidFill>
              </a:defRPr>
            </a:lvl2pPr>
            <a:lvl3pPr>
              <a:buNone/>
              <a:defRPr sz="2025" b="0">
                <a:solidFill>
                  <a:srgbClr val="102338"/>
                </a:solidFill>
              </a:defRPr>
            </a:lvl3pPr>
            <a:lvl4pPr>
              <a:buNone/>
              <a:defRPr sz="2025" b="0">
                <a:solidFill>
                  <a:srgbClr val="102338"/>
                </a:solidFill>
              </a:defRPr>
            </a:lvl4pPr>
            <a:lvl5pPr>
              <a:buNone/>
              <a:defRPr sz="2025" b="0">
                <a:solidFill>
                  <a:srgbClr val="102338"/>
                </a:solidFill>
              </a:defRPr>
            </a:lvl5pPr>
            <a:lvl6pPr>
              <a:buNone/>
              <a:defRPr sz="2025" b="0">
                <a:solidFill>
                  <a:srgbClr val="102338"/>
                </a:solidFill>
              </a:defRPr>
            </a:lvl6pPr>
            <a:lvl7pPr>
              <a:buNone/>
              <a:defRPr sz="2025" b="0">
                <a:solidFill>
                  <a:srgbClr val="102338"/>
                </a:solidFill>
              </a:defRPr>
            </a:lvl7pPr>
            <a:lvl8pPr>
              <a:buNone/>
              <a:defRPr sz="2025" b="0">
                <a:solidFill>
                  <a:srgbClr val="102338"/>
                </a:solidFill>
              </a:defRPr>
            </a:lvl8pPr>
            <a:lvl9pPr>
              <a:buNone/>
              <a:defRPr sz="2025" b="0">
                <a:solidFill>
                  <a:srgbClr val="102338"/>
                </a:solidFill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Python — application logic</a:t>
            </a:r>
          </a:p>
          <a:p xmlns:a="http://schemas.openxmlformats.org/drawingml/2006/main">
            <a:pPr>
              <a:buNone/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Streamlit — interactive browser interface</a:t>
            </a:r>
          </a:p>
          <a:p xmlns:a="http://schemas.openxmlformats.org/drawingml/2006/main">
            <a:pPr>
              <a:buNone/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SQLite — persistent question and progress data</a:t>
            </a:r>
          </a:p>
          <a:p xmlns:a="http://schemas.openxmlformats.org/drawingml/2006/main">
            <a:pPr>
              <a:buNone/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Pandas — display attempt history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0BD524-C090-4FA5-A268-74BFD4B5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388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1275" b="0">
                <a:solidFill>
                  <a:srgbClr val="56706F"/>
                </a:solidFill>
              </a:defRPr>
            </a:lvl1pPr>
            <a:lvl2pPr>
              <a:buNone/>
              <a:defRPr sz="1275" b="0">
                <a:solidFill>
                  <a:srgbClr val="56706F"/>
                </a:solidFill>
              </a:defRPr>
            </a:lvl2pPr>
            <a:lvl3pPr>
              <a:buNone/>
              <a:defRPr sz="1275" b="0">
                <a:solidFill>
                  <a:srgbClr val="56706F"/>
                </a:solidFill>
              </a:defRPr>
            </a:lvl3pPr>
            <a:lvl4pPr>
              <a:buNone/>
              <a:defRPr sz="1275" b="0">
                <a:solidFill>
                  <a:srgbClr val="56706F"/>
                </a:solidFill>
              </a:defRPr>
            </a:lvl4pPr>
            <a:lvl5pPr>
              <a:buNone/>
              <a:defRPr sz="1275" b="0">
                <a:solidFill>
                  <a:srgbClr val="56706F"/>
                </a:solidFill>
              </a:defRPr>
            </a:lvl5pPr>
            <a:lvl6pPr>
              <a:buNone/>
              <a:defRPr sz="1275" b="0">
                <a:solidFill>
                  <a:srgbClr val="56706F"/>
                </a:solidFill>
              </a:defRPr>
            </a:lvl6pPr>
            <a:lvl7pPr>
              <a:buNone/>
              <a:defRPr sz="1275" b="0">
                <a:solidFill>
                  <a:srgbClr val="56706F"/>
                </a:solidFill>
              </a:defRPr>
            </a:lvl7pPr>
            <a:lvl8pPr>
              <a:buNone/>
              <a:defRPr sz="1275" b="0">
                <a:solidFill>
                  <a:srgbClr val="56706F"/>
                </a:solidFill>
              </a:defRPr>
            </a:lvl8pPr>
            <a:lvl9pPr>
              <a:buNone/>
              <a:defRPr sz="1275" b="0">
                <a:solidFill>
                  <a:srgbClr val="56706F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6706F"/>
                </a:solidFill>
              </a:defRPr>
            </a:pPr>
            <a:r>
              <a:rPr sz="1275" b="0">
                <a:solidFill>
                  <a:srgbClr val="56706F"/>
                </a:solidFill>
              </a:rPr>
              <a:t>A local app runs without a separate database server</a:t>
            </a:r>
          </a:p>
        </p:txBody>
      </p:sp>
    </p:spTree>
    <p:extLst>
      <p:ext uri="{BB962C8B-B14F-4D97-AF65-F5344CB8AC3E}">
        <p14:creationId xmlns:p14="http://schemas.microsoft.com/office/powerpoint/2010/main" val="13797248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5FE9F-01F1-4B9D-AA68-7D0B9D35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1200" b="1">
                <a:solidFill>
                  <a:srgbClr val="397A70"/>
                </a:solidFill>
              </a:defRPr>
            </a:lvl1pPr>
            <a:lvl2pPr>
              <a:buNone/>
              <a:defRPr sz="1200" b="1">
                <a:solidFill>
                  <a:srgbClr val="397A70"/>
                </a:solidFill>
              </a:defRPr>
            </a:lvl2pPr>
            <a:lvl3pPr>
              <a:buNone/>
              <a:defRPr sz="1200" b="1">
                <a:solidFill>
                  <a:srgbClr val="397A70"/>
                </a:solidFill>
              </a:defRPr>
            </a:lvl3pPr>
            <a:lvl4pPr>
              <a:buNone/>
              <a:defRPr sz="1200" b="1">
                <a:solidFill>
                  <a:srgbClr val="397A70"/>
                </a:solidFill>
              </a:defRPr>
            </a:lvl4pPr>
            <a:lvl5pPr>
              <a:buNone/>
              <a:defRPr sz="1200" b="1">
                <a:solidFill>
                  <a:srgbClr val="397A70"/>
                </a:solidFill>
              </a:defRPr>
            </a:lvl5pPr>
            <a:lvl6pPr>
              <a:buNone/>
              <a:defRPr sz="1200" b="1">
                <a:solidFill>
                  <a:srgbClr val="397A70"/>
                </a:solidFill>
              </a:defRPr>
            </a:lvl6pPr>
            <a:lvl7pPr>
              <a:buNone/>
              <a:defRPr sz="1200" b="1">
                <a:solidFill>
                  <a:srgbClr val="397A70"/>
                </a:solidFill>
              </a:defRPr>
            </a:lvl7pPr>
            <a:lvl8pPr>
              <a:buNone/>
              <a:defRPr sz="1200" b="1">
                <a:solidFill>
                  <a:srgbClr val="397A70"/>
                </a:solidFill>
              </a:defRPr>
            </a:lvl8pPr>
            <a:lvl9pPr>
              <a:buNone/>
              <a:defRPr sz="1200" b="1">
                <a:solidFill>
                  <a:srgbClr val="397A70"/>
                </a:solidFill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397A70"/>
                </a:solidFill>
              </a:defRPr>
            </a:pPr>
            <a:r>
              <a:rPr sz="1200" b="1">
                <a:solidFill>
                  <a:srgbClr val="397A70"/>
                </a:solidFill>
              </a:rPr>
              <a:t>INTERVIEW PREPARATION PORTAL   /  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86EED2-C3D4-449B-A677-7F73B05B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25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2850" b="1">
                <a:solidFill>
                  <a:srgbClr val="102338"/>
                </a:solidFill>
              </a:defRPr>
            </a:lvl1pPr>
            <a:lvl2pPr>
              <a:buNone/>
              <a:defRPr sz="2850" b="1">
                <a:solidFill>
                  <a:srgbClr val="102338"/>
                </a:solidFill>
              </a:defRPr>
            </a:lvl2pPr>
            <a:lvl3pPr>
              <a:buNone/>
              <a:defRPr sz="2850" b="1">
                <a:solidFill>
                  <a:srgbClr val="102338"/>
                </a:solidFill>
              </a:defRPr>
            </a:lvl3pPr>
            <a:lvl4pPr>
              <a:buNone/>
              <a:defRPr sz="2850" b="1">
                <a:solidFill>
                  <a:srgbClr val="102338"/>
                </a:solidFill>
              </a:defRPr>
            </a:lvl4pPr>
            <a:lvl5pPr>
              <a:buNone/>
              <a:defRPr sz="2850" b="1">
                <a:solidFill>
                  <a:srgbClr val="102338"/>
                </a:solidFill>
              </a:defRPr>
            </a:lvl5pPr>
            <a:lvl6pPr>
              <a:buNone/>
              <a:defRPr sz="2850" b="1">
                <a:solidFill>
                  <a:srgbClr val="102338"/>
                </a:solidFill>
              </a:defRPr>
            </a:lvl6pPr>
            <a:lvl7pPr>
              <a:buNone/>
              <a:defRPr sz="2850" b="1">
                <a:solidFill>
                  <a:srgbClr val="102338"/>
                </a:solidFill>
              </a:defRPr>
            </a:lvl7pPr>
            <a:lvl8pPr>
              <a:buNone/>
              <a:defRPr sz="2850" b="1">
                <a:solidFill>
                  <a:srgbClr val="102338"/>
                </a:solidFill>
              </a:defRPr>
            </a:lvl8pPr>
            <a:lvl9pPr>
              <a:buNone/>
              <a:defRPr sz="2850" b="1">
                <a:solidFill>
                  <a:srgbClr val="102338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338"/>
                </a:solidFill>
              </a:defRPr>
            </a:pPr>
            <a:r>
              <a:rPr sz="2850" b="1">
                <a:solidFill>
                  <a:srgbClr val="102338"/>
                </a:solidFill>
              </a:rPr>
              <a:t>Database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975A9E-4ED4-4DC1-BCBC-2F43F15E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8F"/>
          </a:solidFill>
          <a:ln xmlns:a="http://schemas.openxmlformats.org/drawingml/2006/main" w="0">
            <a:solidFill>
              <a:srgbClr val="19A7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BCAAB-9A31-4489-B54F-F4C51356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10191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2025" b="0">
                <a:solidFill>
                  <a:srgbClr val="102338"/>
                </a:solidFill>
              </a:defRPr>
            </a:lvl1pPr>
            <a:lvl2pPr>
              <a:buNone/>
              <a:defRPr sz="2025" b="0">
                <a:solidFill>
                  <a:srgbClr val="102338"/>
                </a:solidFill>
              </a:defRPr>
            </a:lvl2pPr>
            <a:lvl3pPr>
              <a:buNone/>
              <a:defRPr sz="2025" b="0">
                <a:solidFill>
                  <a:srgbClr val="102338"/>
                </a:solidFill>
              </a:defRPr>
            </a:lvl3pPr>
            <a:lvl4pPr>
              <a:buNone/>
              <a:defRPr sz="2025" b="0">
                <a:solidFill>
                  <a:srgbClr val="102338"/>
                </a:solidFill>
              </a:defRPr>
            </a:lvl4pPr>
            <a:lvl5pPr>
              <a:buNone/>
              <a:defRPr sz="2025" b="0">
                <a:solidFill>
                  <a:srgbClr val="102338"/>
                </a:solidFill>
              </a:defRPr>
            </a:lvl5pPr>
            <a:lvl6pPr>
              <a:buNone/>
              <a:defRPr sz="2025" b="0">
                <a:solidFill>
                  <a:srgbClr val="102338"/>
                </a:solidFill>
              </a:defRPr>
            </a:lvl6pPr>
            <a:lvl7pPr>
              <a:buNone/>
              <a:defRPr sz="2025" b="0">
                <a:solidFill>
                  <a:srgbClr val="102338"/>
                </a:solidFill>
              </a:defRPr>
            </a:lvl7pPr>
            <a:lvl8pPr>
              <a:buNone/>
              <a:defRPr sz="2025" b="0">
                <a:solidFill>
                  <a:srgbClr val="102338"/>
                </a:solidFill>
              </a:defRPr>
            </a:lvl8pPr>
            <a:lvl9pPr>
              <a:buNone/>
              <a:defRPr sz="2025" b="0">
                <a:solidFill>
                  <a:srgbClr val="102338"/>
                </a:solidFill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questions — topic, prompt, options, answer, explanation</a:t>
            </a:r>
          </a:p>
          <a:p xmlns:a="http://schemas.openxmlformats.org/drawingml/2006/main">
            <a:pPr>
              <a:buNone/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bookmarks — saved question IDs</a:t>
            </a:r>
          </a:p>
          <a:p xmlns:a="http://schemas.openxmlformats.org/drawingml/2006/main">
            <a:pPr>
              <a:buNone/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attempts — topic, score, totals and completion time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29545-2ACF-4313-B553-D252B00F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388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1275" b="0">
                <a:solidFill>
                  <a:srgbClr val="56706F"/>
                </a:solidFill>
              </a:defRPr>
            </a:lvl1pPr>
            <a:lvl2pPr>
              <a:buNone/>
              <a:defRPr sz="1275" b="0">
                <a:solidFill>
                  <a:srgbClr val="56706F"/>
                </a:solidFill>
              </a:defRPr>
            </a:lvl2pPr>
            <a:lvl3pPr>
              <a:buNone/>
              <a:defRPr sz="1275" b="0">
                <a:solidFill>
                  <a:srgbClr val="56706F"/>
                </a:solidFill>
              </a:defRPr>
            </a:lvl3pPr>
            <a:lvl4pPr>
              <a:buNone/>
              <a:defRPr sz="1275" b="0">
                <a:solidFill>
                  <a:srgbClr val="56706F"/>
                </a:solidFill>
              </a:defRPr>
            </a:lvl4pPr>
            <a:lvl5pPr>
              <a:buNone/>
              <a:defRPr sz="1275" b="0">
                <a:solidFill>
                  <a:srgbClr val="56706F"/>
                </a:solidFill>
              </a:defRPr>
            </a:lvl5pPr>
            <a:lvl6pPr>
              <a:buNone/>
              <a:defRPr sz="1275" b="0">
                <a:solidFill>
                  <a:srgbClr val="56706F"/>
                </a:solidFill>
              </a:defRPr>
            </a:lvl6pPr>
            <a:lvl7pPr>
              <a:buNone/>
              <a:defRPr sz="1275" b="0">
                <a:solidFill>
                  <a:srgbClr val="56706F"/>
                </a:solidFill>
              </a:defRPr>
            </a:lvl7pPr>
            <a:lvl8pPr>
              <a:buNone/>
              <a:defRPr sz="1275" b="0">
                <a:solidFill>
                  <a:srgbClr val="56706F"/>
                </a:solidFill>
              </a:defRPr>
            </a:lvl8pPr>
            <a:lvl9pPr>
              <a:buNone/>
              <a:defRPr sz="1275" b="0">
                <a:solidFill>
                  <a:srgbClr val="56706F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6706F"/>
                </a:solidFill>
              </a:defRPr>
            </a:pPr>
            <a:r>
              <a:rPr sz="1275" b="0">
                <a:solidFill>
                  <a:srgbClr val="56706F"/>
                </a:solidFill>
              </a:rPr>
              <a:t>Foreign key links each bookmark to a question</a:t>
            </a:r>
          </a:p>
        </p:txBody>
      </p:sp>
    </p:spTree>
    <p:extLst>
      <p:ext uri="{BB962C8B-B14F-4D97-AF65-F5344CB8AC3E}">
        <p14:creationId xmlns:p14="http://schemas.microsoft.com/office/powerpoint/2010/main" val="9053954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E8CC25-801C-439C-981B-EB4FFC7F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1200" b="1">
                <a:solidFill>
                  <a:srgbClr val="397A70"/>
                </a:solidFill>
              </a:defRPr>
            </a:lvl1pPr>
            <a:lvl2pPr>
              <a:buNone/>
              <a:defRPr sz="1200" b="1">
                <a:solidFill>
                  <a:srgbClr val="397A70"/>
                </a:solidFill>
              </a:defRPr>
            </a:lvl2pPr>
            <a:lvl3pPr>
              <a:buNone/>
              <a:defRPr sz="1200" b="1">
                <a:solidFill>
                  <a:srgbClr val="397A70"/>
                </a:solidFill>
              </a:defRPr>
            </a:lvl3pPr>
            <a:lvl4pPr>
              <a:buNone/>
              <a:defRPr sz="1200" b="1">
                <a:solidFill>
                  <a:srgbClr val="397A70"/>
                </a:solidFill>
              </a:defRPr>
            </a:lvl4pPr>
            <a:lvl5pPr>
              <a:buNone/>
              <a:defRPr sz="1200" b="1">
                <a:solidFill>
                  <a:srgbClr val="397A70"/>
                </a:solidFill>
              </a:defRPr>
            </a:lvl5pPr>
            <a:lvl6pPr>
              <a:buNone/>
              <a:defRPr sz="1200" b="1">
                <a:solidFill>
                  <a:srgbClr val="397A70"/>
                </a:solidFill>
              </a:defRPr>
            </a:lvl6pPr>
            <a:lvl7pPr>
              <a:buNone/>
              <a:defRPr sz="1200" b="1">
                <a:solidFill>
                  <a:srgbClr val="397A70"/>
                </a:solidFill>
              </a:defRPr>
            </a:lvl7pPr>
            <a:lvl8pPr>
              <a:buNone/>
              <a:defRPr sz="1200" b="1">
                <a:solidFill>
                  <a:srgbClr val="397A70"/>
                </a:solidFill>
              </a:defRPr>
            </a:lvl8pPr>
            <a:lvl9pPr>
              <a:buNone/>
              <a:defRPr sz="1200" b="1">
                <a:solidFill>
                  <a:srgbClr val="397A70"/>
                </a:solidFill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397A70"/>
                </a:solidFill>
              </a:defRPr>
            </a:pPr>
            <a:r>
              <a:rPr sz="1200" b="1">
                <a:solidFill>
                  <a:srgbClr val="397A70"/>
                </a:solidFill>
              </a:rPr>
              <a:t>INTERVIEW PREPARATION PORTAL   /  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3475B7-57AA-46CC-8EAC-4E487EB3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25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2850" b="1">
                <a:solidFill>
                  <a:srgbClr val="102338"/>
                </a:solidFill>
              </a:defRPr>
            </a:lvl1pPr>
            <a:lvl2pPr>
              <a:buNone/>
              <a:defRPr sz="2850" b="1">
                <a:solidFill>
                  <a:srgbClr val="102338"/>
                </a:solidFill>
              </a:defRPr>
            </a:lvl2pPr>
            <a:lvl3pPr>
              <a:buNone/>
              <a:defRPr sz="2850" b="1">
                <a:solidFill>
                  <a:srgbClr val="102338"/>
                </a:solidFill>
              </a:defRPr>
            </a:lvl3pPr>
            <a:lvl4pPr>
              <a:buNone/>
              <a:defRPr sz="2850" b="1">
                <a:solidFill>
                  <a:srgbClr val="102338"/>
                </a:solidFill>
              </a:defRPr>
            </a:lvl4pPr>
            <a:lvl5pPr>
              <a:buNone/>
              <a:defRPr sz="2850" b="1">
                <a:solidFill>
                  <a:srgbClr val="102338"/>
                </a:solidFill>
              </a:defRPr>
            </a:lvl5pPr>
            <a:lvl6pPr>
              <a:buNone/>
              <a:defRPr sz="2850" b="1">
                <a:solidFill>
                  <a:srgbClr val="102338"/>
                </a:solidFill>
              </a:defRPr>
            </a:lvl6pPr>
            <a:lvl7pPr>
              <a:buNone/>
              <a:defRPr sz="2850" b="1">
                <a:solidFill>
                  <a:srgbClr val="102338"/>
                </a:solidFill>
              </a:defRPr>
            </a:lvl7pPr>
            <a:lvl8pPr>
              <a:buNone/>
              <a:defRPr sz="2850" b="1">
                <a:solidFill>
                  <a:srgbClr val="102338"/>
                </a:solidFill>
              </a:defRPr>
            </a:lvl8pPr>
            <a:lvl9pPr>
              <a:buNone/>
              <a:defRPr sz="2850" b="1">
                <a:solidFill>
                  <a:srgbClr val="102338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338"/>
                </a:solidFill>
              </a:defRPr>
            </a:pPr>
            <a:r>
              <a:rPr sz="2850" b="1">
                <a:solidFill>
                  <a:srgbClr val="102338"/>
                </a:solidFill>
              </a:rPr>
              <a:t>Mock test and scoring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DEE6D3-5F40-4581-B820-C99DFDB1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8F"/>
          </a:solidFill>
          <a:ln xmlns:a="http://schemas.openxmlformats.org/drawingml/2006/main" w="0">
            <a:solidFill>
              <a:srgbClr val="19A7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56852-C3E9-4169-A0F4-93657E27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10191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2025" b="0">
                <a:solidFill>
                  <a:srgbClr val="102338"/>
                </a:solidFill>
              </a:defRPr>
            </a:lvl1pPr>
            <a:lvl2pPr>
              <a:buNone/>
              <a:defRPr sz="2025" b="0">
                <a:solidFill>
                  <a:srgbClr val="102338"/>
                </a:solidFill>
              </a:defRPr>
            </a:lvl2pPr>
            <a:lvl3pPr>
              <a:buNone/>
              <a:defRPr sz="2025" b="0">
                <a:solidFill>
                  <a:srgbClr val="102338"/>
                </a:solidFill>
              </a:defRPr>
            </a:lvl3pPr>
            <a:lvl4pPr>
              <a:buNone/>
              <a:defRPr sz="2025" b="0">
                <a:solidFill>
                  <a:srgbClr val="102338"/>
                </a:solidFill>
              </a:defRPr>
            </a:lvl4pPr>
            <a:lvl5pPr>
              <a:buNone/>
              <a:defRPr sz="2025" b="0">
                <a:solidFill>
                  <a:srgbClr val="102338"/>
                </a:solidFill>
              </a:defRPr>
            </a:lvl5pPr>
            <a:lvl6pPr>
              <a:buNone/>
              <a:defRPr sz="2025" b="0">
                <a:solidFill>
                  <a:srgbClr val="102338"/>
                </a:solidFill>
              </a:defRPr>
            </a:lvl6pPr>
            <a:lvl7pPr>
              <a:buNone/>
              <a:defRPr sz="2025" b="0">
                <a:solidFill>
                  <a:srgbClr val="102338"/>
                </a:solidFill>
              </a:defRPr>
            </a:lvl7pPr>
            <a:lvl8pPr>
              <a:buNone/>
              <a:defRPr sz="2025" b="0">
                <a:solidFill>
                  <a:srgbClr val="102338"/>
                </a:solidFill>
              </a:defRPr>
            </a:lvl8pPr>
            <a:lvl9pPr>
              <a:buNone/>
              <a:defRPr sz="2025" b="0">
                <a:solidFill>
                  <a:srgbClr val="102338"/>
                </a:solidFill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Deadline stored in the active Streamlit session</a:t>
            </a:r>
          </a:p>
          <a:p xmlns:a="http://schemas.openxmlformats.org/drawingml/2006/main">
            <a:pPr>
              <a:buNone/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Interface refreshes to update the countdown</a:t>
            </a:r>
          </a:p>
          <a:p xmlns:a="http://schemas.openxmlformats.org/drawingml/2006/main">
            <a:pPr>
              <a:buNone/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Score = correct ÷ total × 100</a:t>
            </a:r>
          </a:p>
          <a:p xmlns:a="http://schemas.openxmlformats.org/drawingml/2006/main">
            <a:pPr>
              <a:buNone/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Completed results are saved in SQLite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EDFBC2-393D-4885-B184-EF1CCD58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388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1275" b="0">
                <a:solidFill>
                  <a:srgbClr val="56706F"/>
                </a:solidFill>
              </a:defRPr>
            </a:lvl1pPr>
            <a:lvl2pPr>
              <a:buNone/>
              <a:defRPr sz="1275" b="0">
                <a:solidFill>
                  <a:srgbClr val="56706F"/>
                </a:solidFill>
              </a:defRPr>
            </a:lvl2pPr>
            <a:lvl3pPr>
              <a:buNone/>
              <a:defRPr sz="1275" b="0">
                <a:solidFill>
                  <a:srgbClr val="56706F"/>
                </a:solidFill>
              </a:defRPr>
            </a:lvl3pPr>
            <a:lvl4pPr>
              <a:buNone/>
              <a:defRPr sz="1275" b="0">
                <a:solidFill>
                  <a:srgbClr val="56706F"/>
                </a:solidFill>
              </a:defRPr>
            </a:lvl4pPr>
            <a:lvl5pPr>
              <a:buNone/>
              <a:defRPr sz="1275" b="0">
                <a:solidFill>
                  <a:srgbClr val="56706F"/>
                </a:solidFill>
              </a:defRPr>
            </a:lvl5pPr>
            <a:lvl6pPr>
              <a:buNone/>
              <a:defRPr sz="1275" b="0">
                <a:solidFill>
                  <a:srgbClr val="56706F"/>
                </a:solidFill>
              </a:defRPr>
            </a:lvl6pPr>
            <a:lvl7pPr>
              <a:buNone/>
              <a:defRPr sz="1275" b="0">
                <a:solidFill>
                  <a:srgbClr val="56706F"/>
                </a:solidFill>
              </a:defRPr>
            </a:lvl7pPr>
            <a:lvl8pPr>
              <a:buNone/>
              <a:defRPr sz="1275" b="0">
                <a:solidFill>
                  <a:srgbClr val="56706F"/>
                </a:solidFill>
              </a:defRPr>
            </a:lvl8pPr>
            <a:lvl9pPr>
              <a:buNone/>
              <a:defRPr sz="1275" b="0">
                <a:solidFill>
                  <a:srgbClr val="56706F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6706F"/>
                </a:solidFill>
              </a:defRPr>
            </a:pPr>
            <a:r>
              <a:rPr sz="1275" b="0">
                <a:solidFill>
                  <a:srgbClr val="56706F"/>
                </a:solidFill>
              </a:rPr>
              <a:t>Answers and explanations appear after submit or timeout</a:t>
            </a:r>
          </a:p>
        </p:txBody>
      </p:sp>
    </p:spTree>
    <p:extLst>
      <p:ext uri="{BB962C8B-B14F-4D97-AF65-F5344CB8AC3E}">
        <p14:creationId xmlns:p14="http://schemas.microsoft.com/office/powerpoint/2010/main" val="10189567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C715FA-39ED-4945-8CC3-14C6622E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1200" b="1">
                <a:solidFill>
                  <a:srgbClr val="397A70"/>
                </a:solidFill>
              </a:defRPr>
            </a:lvl1pPr>
            <a:lvl2pPr>
              <a:buNone/>
              <a:defRPr sz="1200" b="1">
                <a:solidFill>
                  <a:srgbClr val="397A70"/>
                </a:solidFill>
              </a:defRPr>
            </a:lvl2pPr>
            <a:lvl3pPr>
              <a:buNone/>
              <a:defRPr sz="1200" b="1">
                <a:solidFill>
                  <a:srgbClr val="397A70"/>
                </a:solidFill>
              </a:defRPr>
            </a:lvl3pPr>
            <a:lvl4pPr>
              <a:buNone/>
              <a:defRPr sz="1200" b="1">
                <a:solidFill>
                  <a:srgbClr val="397A70"/>
                </a:solidFill>
              </a:defRPr>
            </a:lvl4pPr>
            <a:lvl5pPr>
              <a:buNone/>
              <a:defRPr sz="1200" b="1">
                <a:solidFill>
                  <a:srgbClr val="397A70"/>
                </a:solidFill>
              </a:defRPr>
            </a:lvl5pPr>
            <a:lvl6pPr>
              <a:buNone/>
              <a:defRPr sz="1200" b="1">
                <a:solidFill>
                  <a:srgbClr val="397A70"/>
                </a:solidFill>
              </a:defRPr>
            </a:lvl6pPr>
            <a:lvl7pPr>
              <a:buNone/>
              <a:defRPr sz="1200" b="1">
                <a:solidFill>
                  <a:srgbClr val="397A70"/>
                </a:solidFill>
              </a:defRPr>
            </a:lvl7pPr>
            <a:lvl8pPr>
              <a:buNone/>
              <a:defRPr sz="1200" b="1">
                <a:solidFill>
                  <a:srgbClr val="397A70"/>
                </a:solidFill>
              </a:defRPr>
            </a:lvl8pPr>
            <a:lvl9pPr>
              <a:buNone/>
              <a:defRPr sz="1200" b="1">
                <a:solidFill>
                  <a:srgbClr val="397A70"/>
                </a:solidFill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397A70"/>
                </a:solidFill>
              </a:defRPr>
            </a:pPr>
            <a:r>
              <a:rPr sz="1200" b="1">
                <a:solidFill>
                  <a:srgbClr val="397A70"/>
                </a:solidFill>
              </a:rPr>
              <a:t>INTERVIEW PREPARATION PORTAL   /  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C4FDF-3914-4BBB-BA8E-D09050FD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25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2850" b="1">
                <a:solidFill>
                  <a:srgbClr val="102338"/>
                </a:solidFill>
              </a:defRPr>
            </a:lvl1pPr>
            <a:lvl2pPr>
              <a:buNone/>
              <a:defRPr sz="2850" b="1">
                <a:solidFill>
                  <a:srgbClr val="102338"/>
                </a:solidFill>
              </a:defRPr>
            </a:lvl2pPr>
            <a:lvl3pPr>
              <a:buNone/>
              <a:defRPr sz="2850" b="1">
                <a:solidFill>
                  <a:srgbClr val="102338"/>
                </a:solidFill>
              </a:defRPr>
            </a:lvl3pPr>
            <a:lvl4pPr>
              <a:buNone/>
              <a:defRPr sz="2850" b="1">
                <a:solidFill>
                  <a:srgbClr val="102338"/>
                </a:solidFill>
              </a:defRPr>
            </a:lvl4pPr>
            <a:lvl5pPr>
              <a:buNone/>
              <a:defRPr sz="2850" b="1">
                <a:solidFill>
                  <a:srgbClr val="102338"/>
                </a:solidFill>
              </a:defRPr>
            </a:lvl5pPr>
            <a:lvl6pPr>
              <a:buNone/>
              <a:defRPr sz="2850" b="1">
                <a:solidFill>
                  <a:srgbClr val="102338"/>
                </a:solidFill>
              </a:defRPr>
            </a:lvl6pPr>
            <a:lvl7pPr>
              <a:buNone/>
              <a:defRPr sz="2850" b="1">
                <a:solidFill>
                  <a:srgbClr val="102338"/>
                </a:solidFill>
              </a:defRPr>
            </a:lvl7pPr>
            <a:lvl8pPr>
              <a:buNone/>
              <a:defRPr sz="2850" b="1">
                <a:solidFill>
                  <a:srgbClr val="102338"/>
                </a:solidFill>
              </a:defRPr>
            </a:lvl8pPr>
            <a:lvl9pPr>
              <a:buNone/>
              <a:defRPr sz="2850" b="1">
                <a:solidFill>
                  <a:srgbClr val="102338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338"/>
                </a:solidFill>
              </a:defRPr>
            </a:pPr>
            <a:r>
              <a:rPr sz="2850" b="1">
                <a:solidFill>
                  <a:srgbClr val="102338"/>
                </a:solidFill>
              </a:rPr>
              <a:t>Demonstration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46776D-C779-4F4E-890F-EE6E9CA1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8F"/>
          </a:solidFill>
          <a:ln xmlns:a="http://schemas.openxmlformats.org/drawingml/2006/main" w="0">
            <a:solidFill>
              <a:srgbClr val="19A7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87B3F4-1D84-4A8C-A5C4-4F721DE8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10191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2025" b="0">
                <a:solidFill>
                  <a:srgbClr val="102338"/>
                </a:solidFill>
              </a:defRPr>
            </a:lvl1pPr>
            <a:lvl2pPr>
              <a:buNone/>
              <a:defRPr sz="2025" b="0">
                <a:solidFill>
                  <a:srgbClr val="102338"/>
                </a:solidFill>
              </a:defRPr>
            </a:lvl2pPr>
            <a:lvl3pPr>
              <a:buNone/>
              <a:defRPr sz="2025" b="0">
                <a:solidFill>
                  <a:srgbClr val="102338"/>
                </a:solidFill>
              </a:defRPr>
            </a:lvl3pPr>
            <a:lvl4pPr>
              <a:buNone/>
              <a:defRPr sz="2025" b="0">
                <a:solidFill>
                  <a:srgbClr val="102338"/>
                </a:solidFill>
              </a:defRPr>
            </a:lvl4pPr>
            <a:lvl5pPr>
              <a:buNone/>
              <a:defRPr sz="2025" b="0">
                <a:solidFill>
                  <a:srgbClr val="102338"/>
                </a:solidFill>
              </a:defRPr>
            </a:lvl5pPr>
            <a:lvl6pPr>
              <a:buNone/>
              <a:defRPr sz="2025" b="0">
                <a:solidFill>
                  <a:srgbClr val="102338"/>
                </a:solidFill>
              </a:defRPr>
            </a:lvl6pPr>
            <a:lvl7pPr>
              <a:buNone/>
              <a:defRPr sz="2025" b="0">
                <a:solidFill>
                  <a:srgbClr val="102338"/>
                </a:solidFill>
              </a:defRPr>
            </a:lvl7pPr>
            <a:lvl8pPr>
              <a:buNone/>
              <a:defRPr sz="2025" b="0">
                <a:solidFill>
                  <a:srgbClr val="102338"/>
                </a:solidFill>
              </a:defRPr>
            </a:lvl8pPr>
            <a:lvl9pPr>
              <a:buNone/>
              <a:defRPr sz="2025" b="0">
                <a:solidFill>
                  <a:srgbClr val="102338"/>
                </a:solidFill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Filter the question bank</a:t>
            </a:r>
          </a:p>
          <a:p xmlns:a="http://schemas.openxmlformats.org/drawingml/2006/main">
            <a:pPr>
              <a:buNone/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Answer and bookmark a question</a:t>
            </a:r>
          </a:p>
          <a:p xmlns:a="http://schemas.openxmlformats.org/drawingml/2006/main">
            <a:pPr>
              <a:buNone/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Complete a short timed test</a:t>
            </a:r>
          </a:p>
          <a:p xmlns:a="http://schemas.openxmlformats.org/drawingml/2006/main">
            <a:pPr>
              <a:buNone/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Review score history on the dashboard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3FE203-C324-40D9-A1DF-102F5FA7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388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1275" b="0">
                <a:solidFill>
                  <a:srgbClr val="56706F"/>
                </a:solidFill>
              </a:defRPr>
            </a:lvl1pPr>
            <a:lvl2pPr>
              <a:buNone/>
              <a:defRPr sz="1275" b="0">
                <a:solidFill>
                  <a:srgbClr val="56706F"/>
                </a:solidFill>
              </a:defRPr>
            </a:lvl2pPr>
            <a:lvl3pPr>
              <a:buNone/>
              <a:defRPr sz="1275" b="0">
                <a:solidFill>
                  <a:srgbClr val="56706F"/>
                </a:solidFill>
              </a:defRPr>
            </a:lvl3pPr>
            <a:lvl4pPr>
              <a:buNone/>
              <a:defRPr sz="1275" b="0">
                <a:solidFill>
                  <a:srgbClr val="56706F"/>
                </a:solidFill>
              </a:defRPr>
            </a:lvl4pPr>
            <a:lvl5pPr>
              <a:buNone/>
              <a:defRPr sz="1275" b="0">
                <a:solidFill>
                  <a:srgbClr val="56706F"/>
                </a:solidFill>
              </a:defRPr>
            </a:lvl5pPr>
            <a:lvl6pPr>
              <a:buNone/>
              <a:defRPr sz="1275" b="0">
                <a:solidFill>
                  <a:srgbClr val="56706F"/>
                </a:solidFill>
              </a:defRPr>
            </a:lvl6pPr>
            <a:lvl7pPr>
              <a:buNone/>
              <a:defRPr sz="1275" b="0">
                <a:solidFill>
                  <a:srgbClr val="56706F"/>
                </a:solidFill>
              </a:defRPr>
            </a:lvl7pPr>
            <a:lvl8pPr>
              <a:buNone/>
              <a:defRPr sz="1275" b="0">
                <a:solidFill>
                  <a:srgbClr val="56706F"/>
                </a:solidFill>
              </a:defRPr>
            </a:lvl8pPr>
            <a:lvl9pPr>
              <a:buNone/>
              <a:defRPr sz="1275" b="0">
                <a:solidFill>
                  <a:srgbClr val="56706F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6706F"/>
                </a:solidFill>
              </a:defRPr>
            </a:pPr>
            <a:r>
              <a:rPr sz="1275" b="0">
                <a:solidFill>
                  <a:srgbClr val="56706F"/>
                </a:solidFill>
              </a:rPr>
              <a:t>Practice → revise → measure progress</a:t>
            </a:r>
          </a:p>
        </p:txBody>
      </p:sp>
    </p:spTree>
    <p:extLst>
      <p:ext uri="{BB962C8B-B14F-4D97-AF65-F5344CB8AC3E}">
        <p14:creationId xmlns:p14="http://schemas.microsoft.com/office/powerpoint/2010/main" val="6402632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29804-F0E5-4EC8-A8BC-05E4BA57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1200" b="1">
                <a:solidFill>
                  <a:srgbClr val="397A70"/>
                </a:solidFill>
              </a:defRPr>
            </a:lvl1pPr>
            <a:lvl2pPr>
              <a:buNone/>
              <a:defRPr sz="1200" b="1">
                <a:solidFill>
                  <a:srgbClr val="397A70"/>
                </a:solidFill>
              </a:defRPr>
            </a:lvl2pPr>
            <a:lvl3pPr>
              <a:buNone/>
              <a:defRPr sz="1200" b="1">
                <a:solidFill>
                  <a:srgbClr val="397A70"/>
                </a:solidFill>
              </a:defRPr>
            </a:lvl3pPr>
            <a:lvl4pPr>
              <a:buNone/>
              <a:defRPr sz="1200" b="1">
                <a:solidFill>
                  <a:srgbClr val="397A70"/>
                </a:solidFill>
              </a:defRPr>
            </a:lvl4pPr>
            <a:lvl5pPr>
              <a:buNone/>
              <a:defRPr sz="1200" b="1">
                <a:solidFill>
                  <a:srgbClr val="397A70"/>
                </a:solidFill>
              </a:defRPr>
            </a:lvl5pPr>
            <a:lvl6pPr>
              <a:buNone/>
              <a:defRPr sz="1200" b="1">
                <a:solidFill>
                  <a:srgbClr val="397A70"/>
                </a:solidFill>
              </a:defRPr>
            </a:lvl6pPr>
            <a:lvl7pPr>
              <a:buNone/>
              <a:defRPr sz="1200" b="1">
                <a:solidFill>
                  <a:srgbClr val="397A70"/>
                </a:solidFill>
              </a:defRPr>
            </a:lvl7pPr>
            <a:lvl8pPr>
              <a:buNone/>
              <a:defRPr sz="1200" b="1">
                <a:solidFill>
                  <a:srgbClr val="397A70"/>
                </a:solidFill>
              </a:defRPr>
            </a:lvl8pPr>
            <a:lvl9pPr>
              <a:buNone/>
              <a:defRPr sz="1200" b="1">
                <a:solidFill>
                  <a:srgbClr val="397A70"/>
                </a:solidFill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397A70"/>
                </a:solidFill>
              </a:defRPr>
            </a:pPr>
            <a:r>
              <a:rPr sz="1200" b="1">
                <a:solidFill>
                  <a:srgbClr val="397A70"/>
                </a:solidFill>
              </a:rPr>
              <a:t>INTERVIEW PREPARATION PORTAL   /  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382F2E-B2FA-4392-AE80-A70266F1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25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2850" b="1">
                <a:solidFill>
                  <a:srgbClr val="102338"/>
                </a:solidFill>
              </a:defRPr>
            </a:lvl1pPr>
            <a:lvl2pPr>
              <a:buNone/>
              <a:defRPr sz="2850" b="1">
                <a:solidFill>
                  <a:srgbClr val="102338"/>
                </a:solidFill>
              </a:defRPr>
            </a:lvl2pPr>
            <a:lvl3pPr>
              <a:buNone/>
              <a:defRPr sz="2850" b="1">
                <a:solidFill>
                  <a:srgbClr val="102338"/>
                </a:solidFill>
              </a:defRPr>
            </a:lvl3pPr>
            <a:lvl4pPr>
              <a:buNone/>
              <a:defRPr sz="2850" b="1">
                <a:solidFill>
                  <a:srgbClr val="102338"/>
                </a:solidFill>
              </a:defRPr>
            </a:lvl4pPr>
            <a:lvl5pPr>
              <a:buNone/>
              <a:defRPr sz="2850" b="1">
                <a:solidFill>
                  <a:srgbClr val="102338"/>
                </a:solidFill>
              </a:defRPr>
            </a:lvl5pPr>
            <a:lvl6pPr>
              <a:buNone/>
              <a:defRPr sz="2850" b="1">
                <a:solidFill>
                  <a:srgbClr val="102338"/>
                </a:solidFill>
              </a:defRPr>
            </a:lvl6pPr>
            <a:lvl7pPr>
              <a:buNone/>
              <a:defRPr sz="2850" b="1">
                <a:solidFill>
                  <a:srgbClr val="102338"/>
                </a:solidFill>
              </a:defRPr>
            </a:lvl7pPr>
            <a:lvl8pPr>
              <a:buNone/>
              <a:defRPr sz="2850" b="1">
                <a:solidFill>
                  <a:srgbClr val="102338"/>
                </a:solidFill>
              </a:defRPr>
            </a:lvl8pPr>
            <a:lvl9pPr>
              <a:buNone/>
              <a:defRPr sz="2850" b="1">
                <a:solidFill>
                  <a:srgbClr val="102338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338"/>
                </a:solidFill>
              </a:defRPr>
            </a:pPr>
            <a:r>
              <a:rPr sz="2850" b="1">
                <a:solidFill>
                  <a:srgbClr val="102338"/>
                </a:solidFill>
              </a:rPr>
              <a:t>Limits and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95214D-55B6-4851-955C-4E5075D5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8F"/>
          </a:solidFill>
          <a:ln xmlns:a="http://schemas.openxmlformats.org/drawingml/2006/main" w="0">
            <a:solidFill>
              <a:srgbClr val="19A7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4C47D-0EB6-481B-A8EC-9A69BA0E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10191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2025" b="0">
                <a:solidFill>
                  <a:srgbClr val="102338"/>
                </a:solidFill>
              </a:defRPr>
            </a:lvl1pPr>
            <a:lvl2pPr>
              <a:buNone/>
              <a:defRPr sz="2025" b="0">
                <a:solidFill>
                  <a:srgbClr val="102338"/>
                </a:solidFill>
              </a:defRPr>
            </a:lvl2pPr>
            <a:lvl3pPr>
              <a:buNone/>
              <a:defRPr sz="2025" b="0">
                <a:solidFill>
                  <a:srgbClr val="102338"/>
                </a:solidFill>
              </a:defRPr>
            </a:lvl3pPr>
            <a:lvl4pPr>
              <a:buNone/>
              <a:defRPr sz="2025" b="0">
                <a:solidFill>
                  <a:srgbClr val="102338"/>
                </a:solidFill>
              </a:defRPr>
            </a:lvl4pPr>
            <a:lvl5pPr>
              <a:buNone/>
              <a:defRPr sz="2025" b="0">
                <a:solidFill>
                  <a:srgbClr val="102338"/>
                </a:solidFill>
              </a:defRPr>
            </a:lvl5pPr>
            <a:lvl6pPr>
              <a:buNone/>
              <a:defRPr sz="2025" b="0">
                <a:solidFill>
                  <a:srgbClr val="102338"/>
                </a:solidFill>
              </a:defRPr>
            </a:lvl6pPr>
            <a:lvl7pPr>
              <a:buNone/>
              <a:defRPr sz="2025" b="0">
                <a:solidFill>
                  <a:srgbClr val="102338"/>
                </a:solidFill>
              </a:defRPr>
            </a:lvl7pPr>
            <a:lvl8pPr>
              <a:buNone/>
              <a:defRPr sz="2025" b="0">
                <a:solidFill>
                  <a:srgbClr val="102338"/>
                </a:solidFill>
              </a:defRPr>
            </a:lvl8pPr>
            <a:lvl9pPr>
              <a:buNone/>
              <a:defRPr sz="2025" b="0">
                <a:solidFill>
                  <a:srgbClr val="102338"/>
                </a:solidFill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Current version is local and single-user</a:t>
            </a:r>
          </a:p>
          <a:p xmlns:a="http://schemas.openxmlformats.org/drawingml/2006/main">
            <a:pPr>
              <a:buNone/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Starter question bank is intentionally small</a:t>
            </a:r>
          </a:p>
          <a:p xmlns:a="http://schemas.openxmlformats.org/drawingml/2006/main">
            <a:pPr>
              <a:buNone/>
              <a:defRPr sz="2025" b="0">
                <a:solidFill>
                  <a:srgbClr val="102338"/>
                </a:solidFill>
              </a:defRPr>
            </a:pPr>
            <a:r>
              <a:rPr sz="2025" b="0">
                <a:solidFill>
                  <a:srgbClr val="102338"/>
                </a:solidFill>
              </a:rPr>
              <a:t>Active test state is not restored after session loss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381EEB-6F3A-4CC6-A5C8-E77F1CA5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388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1275" b="0">
                <a:solidFill>
                  <a:srgbClr val="56706F"/>
                </a:solidFill>
              </a:defRPr>
            </a:lvl1pPr>
            <a:lvl2pPr>
              <a:buNone/>
              <a:defRPr sz="1275" b="0">
                <a:solidFill>
                  <a:srgbClr val="56706F"/>
                </a:solidFill>
              </a:defRPr>
            </a:lvl2pPr>
            <a:lvl3pPr>
              <a:buNone/>
              <a:defRPr sz="1275" b="0">
                <a:solidFill>
                  <a:srgbClr val="56706F"/>
                </a:solidFill>
              </a:defRPr>
            </a:lvl3pPr>
            <a:lvl4pPr>
              <a:buNone/>
              <a:defRPr sz="1275" b="0">
                <a:solidFill>
                  <a:srgbClr val="56706F"/>
                </a:solidFill>
              </a:defRPr>
            </a:lvl4pPr>
            <a:lvl5pPr>
              <a:buNone/>
              <a:defRPr sz="1275" b="0">
                <a:solidFill>
                  <a:srgbClr val="56706F"/>
                </a:solidFill>
              </a:defRPr>
            </a:lvl5pPr>
            <a:lvl6pPr>
              <a:buNone/>
              <a:defRPr sz="1275" b="0">
                <a:solidFill>
                  <a:srgbClr val="56706F"/>
                </a:solidFill>
              </a:defRPr>
            </a:lvl6pPr>
            <a:lvl7pPr>
              <a:buNone/>
              <a:defRPr sz="1275" b="0">
                <a:solidFill>
                  <a:srgbClr val="56706F"/>
                </a:solidFill>
              </a:defRPr>
            </a:lvl7pPr>
            <a:lvl8pPr>
              <a:buNone/>
              <a:defRPr sz="1275" b="0">
                <a:solidFill>
                  <a:srgbClr val="56706F"/>
                </a:solidFill>
              </a:defRPr>
            </a:lvl8pPr>
            <a:lvl9pPr>
              <a:buNone/>
              <a:defRPr sz="1275" b="0">
                <a:solidFill>
                  <a:srgbClr val="56706F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6706F"/>
                </a:solidFill>
              </a:defRPr>
            </a:pPr>
            <a:r>
              <a:rPr sz="1275" b="0">
                <a:solidFill>
                  <a:srgbClr val="56706F"/>
                </a:solidFill>
              </a:rPr>
              <a:t>Next: question authoring, accounts and topic analytics</a:t>
            </a:r>
          </a:p>
        </p:txBody>
      </p:sp>
    </p:spTree>
    <p:extLst>
      <p:ext uri="{BB962C8B-B14F-4D97-AF65-F5344CB8AC3E}">
        <p14:creationId xmlns:p14="http://schemas.microsoft.com/office/powerpoint/2010/main" val="13007343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2026-10-20T09:20:36.6600000Z</dcterms:created>
  <dcterms:modified xsi:type="dcterms:W3CDTF">2026-10-20T09:20:36.6600000Z</dcterms:modified>
</coreProperties>
</file>