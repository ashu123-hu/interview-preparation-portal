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9152a03df4c4f74" /><Relationship Type="http://schemas.openxmlformats.org/officeDocument/2006/relationships/extended-properties" Target="/docProps/app.xml" Id="R4f1652cae72548e6" /><Relationship Type="http://schemas.openxmlformats.org/officeDocument/2006/relationships/officeDocument" Target="/ppt/presentation.xml" Id="Rb9bcfd4cfc114c6d" /></Relationships>
</file>

<file path=ppt/presentation.xml><?xml version="1.0" encoding="utf-8"?>
<p:presentation xmlns:p="http://schemas.openxmlformats.org/presentationml/2006/main">
  <p:sldMasterIdLst>
    <p:sldMasterId xmlns:r="http://schemas.openxmlformats.org/officeDocument/2006/relationships" id="2147483648" r:id="R6bfef4ffd07747a3"/>
  </p:sldMasterIdLst>
  <p:notesMasterIdLst>
    <p:notesMasterId xmlns:r="http://schemas.openxmlformats.org/officeDocument/2006/relationships" r:id="R66d33b1012fc4584"/>
  </p:notesMasterIdLst>
  <p:sldIdLst>
    <p:sldId xmlns:r="http://schemas.openxmlformats.org/officeDocument/2006/relationships" id="256" r:id="Rc04279842c66410b"/>
    <p:sldId xmlns:r="http://schemas.openxmlformats.org/officeDocument/2006/relationships" id="257" r:id="Re27b9dabf32a4301"/>
    <p:sldId xmlns:r="http://schemas.openxmlformats.org/officeDocument/2006/relationships" id="258" r:id="R93e7c2cdbfab4fec"/>
    <p:sldId xmlns:r="http://schemas.openxmlformats.org/officeDocument/2006/relationships" id="259" r:id="Re529190384324496"/>
    <p:sldId xmlns:r="http://schemas.openxmlformats.org/officeDocument/2006/relationships" id="260" r:id="R1aaceca722aa47ee"/>
    <p:sldId xmlns:r="http://schemas.openxmlformats.org/officeDocument/2006/relationships" id="261" r:id="R64f45b4b64264097"/>
    <p:sldId xmlns:r="http://schemas.openxmlformats.org/officeDocument/2006/relationships" id="262" r:id="Rcd661bb5ac8f48a7"/>
    <p:sldId xmlns:r="http://schemas.openxmlformats.org/officeDocument/2006/relationships" id="263" r:id="Rc371a340c1ee4d0c"/>
    <p:sldId xmlns:r="http://schemas.openxmlformats.org/officeDocument/2006/relationships" id="264" r:id="Ra6f4779403ea495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43709651e7848a4" /><Relationship Type="http://schemas.openxmlformats.org/officeDocument/2006/relationships/slideMaster" Target="/ppt/slideMasters/slideMaster1.xml" Id="R6bfef4ffd07747a3" /><Relationship Type="http://schemas.openxmlformats.org/officeDocument/2006/relationships/notesMaster" Target="/ppt/notesMasters/notesMaster1.xml" Id="R66d33b1012fc4584" /><Relationship Type="http://schemas.openxmlformats.org/officeDocument/2006/relationships/presProps" Target="/ppt/presProps.xml" Id="R7afa78a0daf842ec" /><Relationship Type="http://schemas.openxmlformats.org/officeDocument/2006/relationships/tableStyles" Target="/ppt/tableStyles.xml" Id="R0fafc7eefbb84ebd" /><Relationship Type="http://schemas.openxmlformats.org/officeDocument/2006/relationships/slide" Target="/ppt/slides/slide1.xml" Id="Rc04279842c66410b" /><Relationship Type="http://schemas.openxmlformats.org/officeDocument/2006/relationships/slide" Target="/ppt/slides/slide2.xml" Id="Re27b9dabf32a4301" /><Relationship Type="http://schemas.openxmlformats.org/officeDocument/2006/relationships/slide" Target="/ppt/slides/slide3.xml" Id="R93e7c2cdbfab4fec" /><Relationship Type="http://schemas.openxmlformats.org/officeDocument/2006/relationships/slide" Target="/ppt/slides/slide4.xml" Id="Re529190384324496" /><Relationship Type="http://schemas.openxmlformats.org/officeDocument/2006/relationships/slide" Target="/ppt/slides/slide5.xml" Id="R1aaceca722aa47ee" /><Relationship Type="http://schemas.openxmlformats.org/officeDocument/2006/relationships/slide" Target="/ppt/slides/slide6.xml" Id="R64f45b4b64264097" /><Relationship Type="http://schemas.openxmlformats.org/officeDocument/2006/relationships/slide" Target="/ppt/slides/slide7.xml" Id="Rcd661bb5ac8f48a7" /><Relationship Type="http://schemas.openxmlformats.org/officeDocument/2006/relationships/slide" Target="/ppt/slides/slide8.xml" Id="Rc371a340c1ee4d0c" /><Relationship Type="http://schemas.openxmlformats.org/officeDocument/2006/relationships/slide" Target="/ppt/slides/slide9.xml" Id="Ra6f4779403ea495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9b6fc56ab624ec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beff6865e9c4bca" /><Relationship Type="http://schemas.openxmlformats.org/officeDocument/2006/relationships/notesMaster" Target="/ppt/notesMasters/notesMaster1.xml" Id="R8b31d6bbc38943ac" /></Relationships>
</file>

<file path=ppt/notesSlides/_rels/notesSlide2.xml.rels>&#65279;<?xml version="1.0" encoding="utf-8"?><Relationships xmlns="http://schemas.openxmlformats.org/package/2006/relationships"><Relationship Type="http://schemas.openxmlformats.org/officeDocument/2006/relationships/slide" Target="/ppt/slides/slide2.xml" Id="Rbb7d4335786b43e0" /><Relationship Type="http://schemas.openxmlformats.org/officeDocument/2006/relationships/notesMaster" Target="/ppt/notesMasters/notesMaster1.xml" Id="R33fb73a4f40545cd" /></Relationships>
</file>

<file path=ppt/notesSlides/_rels/notesSlide3.xml.rels>&#65279;<?xml version="1.0" encoding="utf-8"?><Relationships xmlns="http://schemas.openxmlformats.org/package/2006/relationships"><Relationship Type="http://schemas.openxmlformats.org/officeDocument/2006/relationships/slide" Target="/ppt/slides/slide3.xml" Id="R94150ed23ff6407a" /><Relationship Type="http://schemas.openxmlformats.org/officeDocument/2006/relationships/notesMaster" Target="/ppt/notesMasters/notesMaster1.xml" Id="Rea1eb4c7da3249e5" /></Relationships>
</file>

<file path=ppt/notesSlides/_rels/notesSlide4.xml.rels>&#65279;<?xml version="1.0" encoding="utf-8"?><Relationships xmlns="http://schemas.openxmlformats.org/package/2006/relationships"><Relationship Type="http://schemas.openxmlformats.org/officeDocument/2006/relationships/slide" Target="/ppt/slides/slide4.xml" Id="Re470247a8c7c4ff7" /><Relationship Type="http://schemas.openxmlformats.org/officeDocument/2006/relationships/notesMaster" Target="/ppt/notesMasters/notesMaster1.xml" Id="R5b00bfd68887443c" /></Relationships>
</file>

<file path=ppt/notesSlides/_rels/notesSlide5.xml.rels>&#65279;<?xml version="1.0" encoding="utf-8"?><Relationships xmlns="http://schemas.openxmlformats.org/package/2006/relationships"><Relationship Type="http://schemas.openxmlformats.org/officeDocument/2006/relationships/slide" Target="/ppt/slides/slide5.xml" Id="Rc97dbbdc8d5647ff" /><Relationship Type="http://schemas.openxmlformats.org/officeDocument/2006/relationships/notesMaster" Target="/ppt/notesMasters/notesMaster1.xml" Id="R3b9853451203499f" /></Relationships>
</file>

<file path=ppt/notesSlides/_rels/notesSlide6.xml.rels>&#65279;<?xml version="1.0" encoding="utf-8"?><Relationships xmlns="http://schemas.openxmlformats.org/package/2006/relationships"><Relationship Type="http://schemas.openxmlformats.org/officeDocument/2006/relationships/slide" Target="/ppt/slides/slide6.xml" Id="R821943398e2a41a0" /><Relationship Type="http://schemas.openxmlformats.org/officeDocument/2006/relationships/notesMaster" Target="/ppt/notesMasters/notesMaster1.xml" Id="Rb3026e1c625f4a5a" /></Relationships>
</file>

<file path=ppt/notesSlides/_rels/notesSlide7.xml.rels>&#65279;<?xml version="1.0" encoding="utf-8"?><Relationships xmlns="http://schemas.openxmlformats.org/package/2006/relationships"><Relationship Type="http://schemas.openxmlformats.org/officeDocument/2006/relationships/slide" Target="/ppt/slides/slide7.xml" Id="R8b66474e4ab84100" /><Relationship Type="http://schemas.openxmlformats.org/officeDocument/2006/relationships/notesMaster" Target="/ppt/notesMasters/notesMaster1.xml" Id="Rb174660fce854bbc" /></Relationships>
</file>

<file path=ppt/notesSlides/_rels/notesSlide8.xml.rels>&#65279;<?xml version="1.0" encoding="utf-8"?><Relationships xmlns="http://schemas.openxmlformats.org/package/2006/relationships"><Relationship Type="http://schemas.openxmlformats.org/officeDocument/2006/relationships/slide" Target="/ppt/slides/slide8.xml" Id="R58830ff1a3e54a6e" /><Relationship Type="http://schemas.openxmlformats.org/officeDocument/2006/relationships/notesMaster" Target="/ppt/notesMasters/notesMaster1.xml" Id="R5fa50228c6a74d29" /></Relationships>
</file>

<file path=ppt/notesSlides/_rels/notesSlide9.xml.rels>&#65279;<?xml version="1.0" encoding="utf-8"?><Relationships xmlns="http://schemas.openxmlformats.org/package/2006/relationships"><Relationship Type="http://schemas.openxmlformats.org/officeDocument/2006/relationships/slide" Target="/ppt/slides/slide9.xml" Id="R168d93e989a3439c" /><Relationship Type="http://schemas.openxmlformats.org/officeDocument/2006/relationships/notesMaster" Target="/ppt/notesMasters/notesMaster1.xml" Id="Rc441197780eb496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portal as a study tool for interview practice. It combines topic-wise questions, timed tests, saved progress and a local AI coach.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problem first: practice is spread across multiple tools. The project goal is deliberately limited to a useful classroom-sized application.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learner-facing features. Mention that the question bank can be maintained through admin CRUD, then students use the same questions for practice and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flow from the browser to Streamlit and Python, then to SQLite. Brevo sends signup email codes. Ollama runs locally for the AI coach. Email signup requires internet; local Ollama runs on the same computer as the portal.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Name the four tables and explain the relationships. Bookmarks and attempts include a user ID, so the dashboard only displays records belonging to the signed-in learner. Passwords are saved as salted PBKDF2 hashes.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AI feature sends the typed question and answer to Ollama running locally. It returns strengths, suggestions and a sample answer. The demo does not need a paid AI API key; Ollama and the model must be installed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 timer uses a deadline stored in session state. After submitting or reaching zero, the app calculates correct divided by total times 100, rounds it and stores the completed attempt in SQLite. Refreshing may end an unfinished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one complete learner journey. Before class, create the demo account, verify that the email code arrives, keep Ollama running if you will show AI feedback, and prepare one sample MCQ for CRUD.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Brevo’s Free plan currently lists 300 daily email sends and includes transactional email. Free Gmail/Yahoo sender addresses can be replaced with a Brevo sending address, and a verified sender is required. Sources: https://help.brevo.com/hc/en-us/articles/208589409-About-Brevo-s-pricing-plans ; https://help.brevo.com/hc/en-us/articles/115000188150-Troubleshooting-Issues-with-Brevo-SMTP ; https://help.brevo.com/hc/en-us/articles/14925263522578-Comply-with-Gmail-Yahoo-and-Microsoft-s-requirements-for-email-senders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29751fb562643f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19dc3f3bd33497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8667f09b1704c5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704c744b967412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b58f0fa54b34ca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c533e6e6f12417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EA4DF09-8712-4C94-9A0A-1AAE0F5C9D4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DED3CBD-79F6-4297-8982-0D0EE746CCA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1AAF60A-3198-4CA2-BF38-9D04DF4CF0D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D020936-C675-4490-A1B0-74814E38ECE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1DF0B8B-41BE-498C-90B3-3E042E65D9C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D3A87AE-D365-4A8A-BC75-92369A25D45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649F5B4-3A34-40B8-8A75-D3AB0E43CE5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A663F1E-973C-4E7B-860F-EFB1095ABB8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6C43D3E-94D4-4CC1-BDEE-007AE2F4661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EC96306-E76B-4BCF-AD3B-3AD62B838BD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736cd495044567" /><Relationship Type="http://schemas.openxmlformats.org/officeDocument/2006/relationships/slideLayout" Target="/ppt/slideLayouts/slideLayout1.xml" Id="R43c9594d908648e8" /><Relationship Type="http://schemas.openxmlformats.org/officeDocument/2006/relationships/slideLayout" Target="/ppt/slideLayouts/slideLayout2.xml" Id="R1025d7288b464e27" /><Relationship Type="http://schemas.openxmlformats.org/officeDocument/2006/relationships/slideLayout" Target="/ppt/slideLayouts/slideLayout3.xml" Id="R80cf11f54022484b" /><Relationship Type="http://schemas.openxmlformats.org/officeDocument/2006/relationships/slideLayout" Target="/ppt/slideLayouts/slideLayout4.xml" Id="Rfa984354827e43b9" /><Relationship Type="http://schemas.openxmlformats.org/officeDocument/2006/relationships/slideLayout" Target="/ppt/slideLayouts/slideLayout5.xml" Id="R46fe694ecadb4e7d" /><Relationship Type="http://schemas.openxmlformats.org/officeDocument/2006/relationships/slideLayout" Target="/ppt/slideLayouts/slideLayout6.xml" Id="Rc53f88091a6c486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3c9594d908648e8"/>
    <p:sldLayoutId xmlns:r="http://schemas.openxmlformats.org/officeDocument/2006/relationships" id="2147483650" r:id="R1025d7288b464e27"/>
    <p:sldLayoutId xmlns:r="http://schemas.openxmlformats.org/officeDocument/2006/relationships" id="2147483651" r:id="R80cf11f54022484b"/>
    <p:sldLayoutId xmlns:r="http://schemas.openxmlformats.org/officeDocument/2006/relationships" id="2147483652" r:id="Rfa984354827e43b9"/>
    <p:sldLayoutId xmlns:r="http://schemas.openxmlformats.org/officeDocument/2006/relationships" id="2147483653" r:id="R46fe694ecadb4e7d"/>
    <p:sldLayoutId xmlns:r="http://schemas.openxmlformats.org/officeDocument/2006/relationships" id="2147483654" r:id="Rc53f88091a6c486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6b0b4f592264942" /><Relationship Type="http://schemas.openxmlformats.org/officeDocument/2006/relationships/notesSlide" Target="/ppt/notesSlides/notesSlide1.xml" Id="R77a9de342c474fe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5fa581fcd3e4f28" /><Relationship Type="http://schemas.openxmlformats.org/officeDocument/2006/relationships/notesSlide" Target="/ppt/notesSlides/notesSlide2.xml" Id="R8de333eb252740f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fa3b42664234113" /><Relationship Type="http://schemas.openxmlformats.org/officeDocument/2006/relationships/notesSlide" Target="/ppt/notesSlides/notesSlide3.xml" Id="R230f405569c045f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0c5aad969af4d50" /><Relationship Type="http://schemas.openxmlformats.org/officeDocument/2006/relationships/notesSlide" Target="/ppt/notesSlides/notesSlide4.xml" Id="R8052df253fad430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f7de6414b724d2b" /><Relationship Type="http://schemas.openxmlformats.org/officeDocument/2006/relationships/notesSlide" Target="/ppt/notesSlides/notesSlide5.xml" Id="R66f1b013885047a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1c86a6b29b14cda" /><Relationship Type="http://schemas.openxmlformats.org/officeDocument/2006/relationships/notesSlide" Target="/ppt/notesSlides/notesSlide6.xml" Id="R35bbab112042438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25e2f07684447ae" /><Relationship Type="http://schemas.openxmlformats.org/officeDocument/2006/relationships/notesSlide" Target="/ppt/notesSlides/notesSlide7.xml" Id="Rcc639a8c2c78488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f7abf4f144c41ae" /><Relationship Type="http://schemas.openxmlformats.org/officeDocument/2006/relationships/notesSlide" Target="/ppt/notesSlides/notesSlide8.xml" Id="R46d24c9ecbe043f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df51f0deb8c40d7" /><Relationship Type="http://schemas.openxmlformats.org/officeDocument/2006/relationships/notesSlide" Target="/ppt/notesSlides/notesSlide9.xml" Id="Rb28dbef1d3c944db" /></Relationships>
</file>

<file path=ppt/slides/slide1.xml><?xml version="1.0" encoding="utf-8"?>
<p:sld xmlns:p="http://schemas.openxmlformats.org/presentationml/2006/main">
  <p:cSld>
    <p:bg>
      <p:bgPr>
        <a:solidFill xmlns:a="http://schemas.openxmlformats.org/drawingml/2006/main">
          <a:srgbClr val="02061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D5874F6-9596-4150-8BED-0EF264C33C45}"/>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0968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0A57ABE-A853-4CAF-A0A0-204A7991CB99}"/>
              </a:ext>
            </a:extLst>
          </p:cNvPr>
          <p:cNvSpPr>
            <a:spLocks xmlns:a="http://schemas.openxmlformats.org/drawingml/2006/main" noGrp="1"/>
          </p:cNvSpPr>
          <p:nvPr/>
        </p:nvSpPr>
        <p:spPr>
          <a:xfrm xmlns:a="http://schemas.openxmlformats.org/drawingml/2006/main">
            <a:off x="876300" y="1104900"/>
            <a:ext cx="876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96F7E4"/>
                </a:solidFill>
              </a:defRPr>
            </a:defPPr>
            <a:lvl1pPr>
              <a:defRPr sz="1275" b="1">
                <a:solidFill>
                  <a:srgbClr val="96F7E4"/>
                </a:solidFill>
              </a:defRPr>
            </a:lvl1pPr>
            <a:lvl2pPr>
              <a:defRPr sz="1275" b="1">
                <a:solidFill>
                  <a:srgbClr val="96F7E4"/>
                </a:solidFill>
              </a:defRPr>
            </a:lvl2pPr>
            <a:lvl3pPr>
              <a:defRPr sz="1275" b="1">
                <a:solidFill>
                  <a:srgbClr val="96F7E4"/>
                </a:solidFill>
              </a:defRPr>
            </a:lvl3pPr>
            <a:lvl4pPr>
              <a:defRPr sz="1275" b="1">
                <a:solidFill>
                  <a:srgbClr val="96F7E4"/>
                </a:solidFill>
              </a:defRPr>
            </a:lvl4pPr>
            <a:lvl5pPr>
              <a:defRPr sz="1275" b="1">
                <a:solidFill>
                  <a:srgbClr val="96F7E4"/>
                </a:solidFill>
              </a:defRPr>
            </a:lvl5pPr>
            <a:lvl6pPr>
              <a:defRPr sz="1275" b="1">
                <a:solidFill>
                  <a:srgbClr val="96F7E4"/>
                </a:solidFill>
              </a:defRPr>
            </a:lvl6pPr>
            <a:lvl7pPr>
              <a:defRPr sz="1275" b="1">
                <a:solidFill>
                  <a:srgbClr val="96F7E4"/>
                </a:solidFill>
              </a:defRPr>
            </a:lvl7pPr>
            <a:lvl8pPr>
              <a:defRPr sz="1275" b="1">
                <a:solidFill>
                  <a:srgbClr val="96F7E4"/>
                </a:solidFill>
              </a:defRPr>
            </a:lvl8pPr>
            <a:lvl9pPr>
              <a:defRPr sz="1275" b="1">
                <a:solidFill>
                  <a:srgbClr val="96F7E4"/>
                </a:solidFill>
              </a:defRPr>
            </a:lvl9pPr>
          </a:lstStyle>
          <a:p xmlns:a="http://schemas.openxmlformats.org/drawingml/2006/main">
            <a:pPr>
              <a:defRPr sz="1275" b="1">
                <a:solidFill>
                  <a:srgbClr val="96F7E4"/>
                </a:solidFill>
              </a:defRPr>
            </a:pPr>
            <a:r>
              <a:rPr sz="1275" b="1">
                <a:solidFill>
                  <a:srgbClr val="96F7E4"/>
                </a:solidFill>
              </a:rPr>
              <a:t>COLLEGE PROJECT  ·  PYTHON  ·  STREAMLIT  ·  SQLITE</a:t>
            </a:r>
          </a:p>
        </p:txBody>
      </p:sp>
      <p:sp>
        <p:nvSpPr>
          <p:cNvPr id="3" name="">
            <a:extLst xmlns:a="http://schemas.openxmlformats.org/drawingml/2006/main">
              <a:ext uri="{FF2B5EF4-FFF2-40B4-BE49-F238E27FC236}">
                <a16:creationId xmlns:a16="http://schemas.microsoft.com/office/drawing/2014/main" id="{3F77EC20-9EA8-4F13-A1F6-1C5BEDF96C91}"/>
              </a:ext>
            </a:extLst>
          </p:cNvPr>
          <p:cNvSpPr>
            <a:spLocks xmlns:a="http://schemas.openxmlformats.org/drawingml/2006/main" noGrp="1"/>
          </p:cNvSpPr>
          <p:nvPr/>
        </p:nvSpPr>
        <p:spPr>
          <a:xfrm xmlns:a="http://schemas.openxmlformats.org/drawingml/2006/main">
            <a:off x="838200" y="1952625"/>
            <a:ext cx="885825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650" b="1">
                <a:solidFill>
                  <a:srgbClr val="FFFFFF"/>
                </a:solidFill>
              </a:defRPr>
            </a:defPPr>
            <a:lvl1pPr>
              <a:defRPr sz="4650" b="1">
                <a:solidFill>
                  <a:srgbClr val="FFFFFF"/>
                </a:solidFill>
              </a:defRPr>
            </a:lvl1pPr>
            <a:lvl2pPr>
              <a:defRPr sz="4650" b="1">
                <a:solidFill>
                  <a:srgbClr val="FFFFFF"/>
                </a:solidFill>
              </a:defRPr>
            </a:lvl2pPr>
            <a:lvl3pPr>
              <a:defRPr sz="4650" b="1">
                <a:solidFill>
                  <a:srgbClr val="FFFFFF"/>
                </a:solidFill>
              </a:defRPr>
            </a:lvl3pPr>
            <a:lvl4pPr>
              <a:defRPr sz="4650" b="1">
                <a:solidFill>
                  <a:srgbClr val="FFFFFF"/>
                </a:solidFill>
              </a:defRPr>
            </a:lvl4pPr>
            <a:lvl5pPr>
              <a:defRPr sz="4650" b="1">
                <a:solidFill>
                  <a:srgbClr val="FFFFFF"/>
                </a:solidFill>
              </a:defRPr>
            </a:lvl5pPr>
            <a:lvl6pPr>
              <a:defRPr sz="4650" b="1">
                <a:solidFill>
                  <a:srgbClr val="FFFFFF"/>
                </a:solidFill>
              </a:defRPr>
            </a:lvl6pPr>
            <a:lvl7pPr>
              <a:defRPr sz="4650" b="1">
                <a:solidFill>
                  <a:srgbClr val="FFFFFF"/>
                </a:solidFill>
              </a:defRPr>
            </a:lvl7pPr>
            <a:lvl8pPr>
              <a:defRPr sz="4650" b="1">
                <a:solidFill>
                  <a:srgbClr val="FFFFFF"/>
                </a:solidFill>
              </a:defRPr>
            </a:lvl8pPr>
            <a:lvl9pPr>
              <a:defRPr sz="4650" b="1">
                <a:solidFill>
                  <a:srgbClr val="FFFFFF"/>
                </a:solidFill>
              </a:defRPr>
            </a:lvl9pPr>
          </a:lstStyle>
          <a:p xmlns:a="http://schemas.openxmlformats.org/drawingml/2006/main">
            <a:pPr>
              <a:defRPr sz="4650" b="1">
                <a:solidFill>
                  <a:srgbClr val="FFFFFF"/>
                </a:solidFill>
              </a:defRPr>
            </a:pPr>
            <a:r>
              <a:rPr sz="4650" b="1">
                <a:solidFill>
                  <a:srgbClr val="FFFFFF"/>
                </a:solidFill>
              </a:rPr>
              <a:t>Interview</a:t>
            </a:r>
          </a:p>
          <a:p xmlns:a="http://schemas.openxmlformats.org/drawingml/2006/main">
            <a:pPr>
              <a:defRPr sz="4650" b="1">
                <a:solidFill>
                  <a:srgbClr val="FFFFFF"/>
                </a:solidFill>
              </a:defRPr>
            </a:pPr>
            <a:r>
              <a:rPr sz="4650" b="1">
                <a:solidFill>
                  <a:srgbClr val="FFFFFF"/>
                </a:solidFill>
              </a:rPr>
              <a:t>Preparation Portal</a:t>
            </a:r>
          </a:p>
        </p:txBody>
      </p:sp>
      <p:sp>
        <p:nvSpPr>
          <p:cNvPr id="4" name="">
            <a:extLst xmlns:a="http://schemas.openxmlformats.org/drawingml/2006/main">
              <a:ext uri="{FF2B5EF4-FFF2-40B4-BE49-F238E27FC236}">
                <a16:creationId xmlns:a16="http://schemas.microsoft.com/office/drawing/2014/main" id="{ED9C35FE-CA59-4659-8D9A-AB02F093E954}"/>
              </a:ext>
            </a:extLst>
          </p:cNvPr>
          <p:cNvSpPr>
            <a:spLocks xmlns:a="http://schemas.openxmlformats.org/drawingml/2006/main" noGrp="1"/>
          </p:cNvSpPr>
          <p:nvPr/>
        </p:nvSpPr>
        <p:spPr>
          <a:xfrm xmlns:a="http://schemas.openxmlformats.org/drawingml/2006/main">
            <a:off x="895350" y="4229100"/>
            <a:ext cx="8953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a:solidFill>
                  <a:srgbClr val="E2E8F0"/>
                </a:solidFill>
              </a:defRPr>
            </a:defPPr>
            <a:lvl1pPr>
              <a:defRPr sz="1875">
                <a:solidFill>
                  <a:srgbClr val="E2E8F0"/>
                </a:solidFill>
              </a:defRPr>
            </a:lvl1pPr>
            <a:lvl2pPr>
              <a:defRPr sz="1875">
                <a:solidFill>
                  <a:srgbClr val="E2E8F0"/>
                </a:solidFill>
              </a:defRPr>
            </a:lvl2pPr>
            <a:lvl3pPr>
              <a:defRPr sz="1875">
                <a:solidFill>
                  <a:srgbClr val="E2E8F0"/>
                </a:solidFill>
              </a:defRPr>
            </a:lvl3pPr>
            <a:lvl4pPr>
              <a:defRPr sz="1875">
                <a:solidFill>
                  <a:srgbClr val="E2E8F0"/>
                </a:solidFill>
              </a:defRPr>
            </a:lvl4pPr>
            <a:lvl5pPr>
              <a:defRPr sz="1875">
                <a:solidFill>
                  <a:srgbClr val="E2E8F0"/>
                </a:solidFill>
              </a:defRPr>
            </a:lvl5pPr>
            <a:lvl6pPr>
              <a:defRPr sz="1875">
                <a:solidFill>
                  <a:srgbClr val="E2E8F0"/>
                </a:solidFill>
              </a:defRPr>
            </a:lvl6pPr>
            <a:lvl7pPr>
              <a:defRPr sz="1875">
                <a:solidFill>
                  <a:srgbClr val="E2E8F0"/>
                </a:solidFill>
              </a:defRPr>
            </a:lvl7pPr>
            <a:lvl8pPr>
              <a:defRPr sz="1875">
                <a:solidFill>
                  <a:srgbClr val="E2E8F0"/>
                </a:solidFill>
              </a:defRPr>
            </a:lvl8pPr>
            <a:lvl9pPr>
              <a:defRPr sz="1875">
                <a:solidFill>
                  <a:srgbClr val="E2E8F0"/>
                </a:solidFill>
              </a:defRPr>
            </a:lvl9pPr>
          </a:lstStyle>
          <a:p xmlns:a="http://schemas.openxmlformats.org/drawingml/2006/main">
            <a:pPr>
              <a:defRPr sz="1875">
                <a:solidFill>
                  <a:srgbClr val="E2E8F0"/>
                </a:solidFill>
              </a:defRPr>
            </a:pPr>
            <a:r>
              <a:rPr sz="1875">
                <a:solidFill>
                  <a:srgbClr val="E2E8F0"/>
                </a:solidFill>
              </a:rPr>
              <a:t>Topic practice, timed mock tests, progress tracking and AI coaching</a:t>
            </a:r>
          </a:p>
        </p:txBody>
      </p:sp>
      <p:sp>
        <p:nvSpPr>
          <p:cNvPr id="5" name="">
            <a:extLst xmlns:a="http://schemas.openxmlformats.org/drawingml/2006/main">
              <a:ext uri="{FF2B5EF4-FFF2-40B4-BE49-F238E27FC236}">
                <a16:creationId xmlns:a16="http://schemas.microsoft.com/office/drawing/2014/main" id="{BB404848-E391-4AC6-8230-CEF92345E190}"/>
              </a:ext>
            </a:extLst>
          </p:cNvPr>
          <p:cNvSpPr>
            <a:spLocks xmlns:a="http://schemas.openxmlformats.org/drawingml/2006/main" noGrp="1"/>
          </p:cNvSpPr>
          <p:nvPr/>
        </p:nvSpPr>
        <p:spPr>
          <a:xfrm xmlns:a="http://schemas.openxmlformats.org/drawingml/2006/main">
            <a:off x="895350" y="5572125"/>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CAD5E2"/>
                </a:solidFill>
              </a:defRPr>
            </a:defPPr>
            <a:lvl1pPr>
              <a:defRPr sz="1350">
                <a:solidFill>
                  <a:srgbClr val="CAD5E2"/>
                </a:solidFill>
              </a:defRPr>
            </a:lvl1pPr>
            <a:lvl2pPr>
              <a:defRPr sz="1350">
                <a:solidFill>
                  <a:srgbClr val="CAD5E2"/>
                </a:solidFill>
              </a:defRPr>
            </a:lvl2pPr>
            <a:lvl3pPr>
              <a:defRPr sz="1350">
                <a:solidFill>
                  <a:srgbClr val="CAD5E2"/>
                </a:solidFill>
              </a:defRPr>
            </a:lvl3pPr>
            <a:lvl4pPr>
              <a:defRPr sz="1350">
                <a:solidFill>
                  <a:srgbClr val="CAD5E2"/>
                </a:solidFill>
              </a:defRPr>
            </a:lvl4pPr>
            <a:lvl5pPr>
              <a:defRPr sz="1350">
                <a:solidFill>
                  <a:srgbClr val="CAD5E2"/>
                </a:solidFill>
              </a:defRPr>
            </a:lvl5pPr>
            <a:lvl6pPr>
              <a:defRPr sz="1350">
                <a:solidFill>
                  <a:srgbClr val="CAD5E2"/>
                </a:solidFill>
              </a:defRPr>
            </a:lvl6pPr>
            <a:lvl7pPr>
              <a:defRPr sz="1350">
                <a:solidFill>
                  <a:srgbClr val="CAD5E2"/>
                </a:solidFill>
              </a:defRPr>
            </a:lvl7pPr>
            <a:lvl8pPr>
              <a:defRPr sz="1350">
                <a:solidFill>
                  <a:srgbClr val="CAD5E2"/>
                </a:solidFill>
              </a:defRPr>
            </a:lvl8pPr>
            <a:lvl9pPr>
              <a:defRPr sz="1350">
                <a:solidFill>
                  <a:srgbClr val="CAD5E2"/>
                </a:solidFill>
              </a:defRPr>
            </a:lvl9pPr>
          </a:lstStyle>
          <a:p xmlns:a="http://schemas.openxmlformats.org/drawingml/2006/main">
            <a:pPr>
              <a:defRPr sz="1350">
                <a:solidFill>
                  <a:srgbClr val="CAD5E2"/>
                </a:solidFill>
              </a:defRPr>
            </a:pPr>
            <a:r>
              <a:rPr sz="1350">
                <a:solidFill>
                  <a:srgbClr val="CAD5E2"/>
                </a:solidFill>
              </a:rPr>
              <a:t>A student learning project</a:t>
            </a:r>
          </a:p>
        </p:txBody>
      </p:sp>
    </p:spTree>
    <p:extLst>
      <p:ext uri="{BB962C8B-B14F-4D97-AF65-F5344CB8AC3E}">
        <p14:creationId xmlns:p14="http://schemas.microsoft.com/office/powerpoint/2010/main" val="1647988958"/>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B3925D8-B726-40F0-ABD6-BB6665953CF9}"/>
              </a:ext>
            </a:extLst>
          </p:cNvPr>
          <p:cNvSpPr>
            <a:spLocks xmlns:a="http://schemas.openxmlformats.org/drawingml/2006/main" noGrp="1"/>
          </p:cNvSpPr>
          <p:nvPr/>
        </p:nvSpPr>
        <p:spPr>
          <a:xfrm xmlns:a="http://schemas.openxmlformats.org/drawingml/2006/main">
            <a:off x="704850" y="5143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020618"/>
                </a:solidFill>
              </a:defRPr>
            </a:defPPr>
            <a:lvl1pPr>
              <a:defRPr sz="3150" b="1">
                <a:solidFill>
                  <a:srgbClr val="020618"/>
                </a:solidFill>
              </a:defRPr>
            </a:lvl1pPr>
            <a:lvl2pPr>
              <a:defRPr sz="3150" b="1">
                <a:solidFill>
                  <a:srgbClr val="020618"/>
                </a:solidFill>
              </a:defRPr>
            </a:lvl2pPr>
            <a:lvl3pPr>
              <a:defRPr sz="3150" b="1">
                <a:solidFill>
                  <a:srgbClr val="020618"/>
                </a:solidFill>
              </a:defRPr>
            </a:lvl3pPr>
            <a:lvl4pPr>
              <a:defRPr sz="3150" b="1">
                <a:solidFill>
                  <a:srgbClr val="020618"/>
                </a:solidFill>
              </a:defRPr>
            </a:lvl4pPr>
            <a:lvl5pPr>
              <a:defRPr sz="3150" b="1">
                <a:solidFill>
                  <a:srgbClr val="020618"/>
                </a:solidFill>
              </a:defRPr>
            </a:lvl5pPr>
            <a:lvl6pPr>
              <a:defRPr sz="3150" b="1">
                <a:solidFill>
                  <a:srgbClr val="020618"/>
                </a:solidFill>
              </a:defRPr>
            </a:lvl6pPr>
            <a:lvl7pPr>
              <a:defRPr sz="3150" b="1">
                <a:solidFill>
                  <a:srgbClr val="020618"/>
                </a:solidFill>
              </a:defRPr>
            </a:lvl7pPr>
            <a:lvl8pPr>
              <a:defRPr sz="3150" b="1">
                <a:solidFill>
                  <a:srgbClr val="020618"/>
                </a:solidFill>
              </a:defRPr>
            </a:lvl8pPr>
            <a:lvl9pPr>
              <a:defRPr sz="3150" b="1">
                <a:solidFill>
                  <a:srgbClr val="020618"/>
                </a:solidFill>
              </a:defRPr>
            </a:lvl9pPr>
          </a:lstStyle>
          <a:p xmlns:a="http://schemas.openxmlformats.org/drawingml/2006/main">
            <a:pPr>
              <a:defRPr sz="3150" b="1">
                <a:solidFill>
                  <a:srgbClr val="020618"/>
                </a:solidFill>
              </a:defRPr>
            </a:pPr>
            <a:r>
              <a:rPr sz="3150" b="1">
                <a:solidFill>
                  <a:srgbClr val="020618"/>
                </a:solidFill>
              </a:rPr>
              <a:t>Problem and project goal</a:t>
            </a:r>
          </a:p>
        </p:txBody>
      </p:sp>
      <p:sp>
        <p:nvSpPr>
          <p:cNvPr id="2" name="">
            <a:extLst xmlns:a="http://schemas.openxmlformats.org/drawingml/2006/main">
              <a:ext uri="{FF2B5EF4-FFF2-40B4-BE49-F238E27FC236}">
                <a16:creationId xmlns:a16="http://schemas.microsoft.com/office/drawing/2014/main" id="{1261A20C-7040-4B65-87CF-522D2C4D0DB4}"/>
              </a:ext>
            </a:extLst>
          </p:cNvPr>
          <p:cNvSpPr>
            <a:spLocks xmlns:a="http://schemas.openxmlformats.org/drawingml/2006/main" noGrp="1"/>
          </p:cNvSpPr>
          <p:nvPr/>
        </p:nvSpPr>
        <p:spPr>
          <a:xfrm xmlns:a="http://schemas.openxmlformats.org/drawingml/2006/main">
            <a:off x="723900" y="1209675"/>
            <a:ext cx="552450" cy="47625"/>
          </a:xfrm>
          <a:prstGeom xmlns:a="http://schemas.openxmlformats.org/drawingml/2006/main" prst="rect">
            <a:avLst/>
          </a:prstGeom>
          <a:solidFill xmlns:a="http://schemas.openxmlformats.org/drawingml/2006/main">
            <a:srgbClr val="432DD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41FF225-0CCF-428B-9177-D61DCA9995DC}"/>
              </a:ext>
            </a:extLst>
          </p:cNvPr>
          <p:cNvSpPr>
            <a:spLocks xmlns:a="http://schemas.openxmlformats.org/drawingml/2006/main" noGrp="1"/>
          </p:cNvSpPr>
          <p:nvPr/>
        </p:nvSpPr>
        <p:spPr>
          <a:xfrm xmlns:a="http://schemas.openxmlformats.org/drawingml/2006/main">
            <a:off x="10953750" y="5905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200" b="1">
                <a:solidFill>
                  <a:srgbClr val="45556C"/>
                </a:solidFill>
              </a:defRPr>
            </a:defPPr>
            <a:lvl1pPr algn="r">
              <a:defRPr sz="1200" b="1">
                <a:solidFill>
                  <a:srgbClr val="45556C"/>
                </a:solidFill>
              </a:defRPr>
            </a:lvl1pPr>
            <a:lvl2pPr algn="r">
              <a:defRPr sz="1200" b="1">
                <a:solidFill>
                  <a:srgbClr val="45556C"/>
                </a:solidFill>
              </a:defRPr>
            </a:lvl2pPr>
            <a:lvl3pPr algn="r">
              <a:defRPr sz="1200" b="1">
                <a:solidFill>
                  <a:srgbClr val="45556C"/>
                </a:solidFill>
              </a:defRPr>
            </a:lvl3pPr>
            <a:lvl4pPr algn="r">
              <a:defRPr sz="1200" b="1">
                <a:solidFill>
                  <a:srgbClr val="45556C"/>
                </a:solidFill>
              </a:defRPr>
            </a:lvl4pPr>
            <a:lvl5pPr algn="r">
              <a:defRPr sz="1200" b="1">
                <a:solidFill>
                  <a:srgbClr val="45556C"/>
                </a:solidFill>
              </a:defRPr>
            </a:lvl5pPr>
            <a:lvl6pPr algn="r">
              <a:defRPr sz="1200" b="1">
                <a:solidFill>
                  <a:srgbClr val="45556C"/>
                </a:solidFill>
              </a:defRPr>
            </a:lvl6pPr>
            <a:lvl7pPr algn="r">
              <a:defRPr sz="1200" b="1">
                <a:solidFill>
                  <a:srgbClr val="45556C"/>
                </a:solidFill>
              </a:defRPr>
            </a:lvl7pPr>
            <a:lvl8pPr algn="r">
              <a:defRPr sz="1200" b="1">
                <a:solidFill>
                  <a:srgbClr val="45556C"/>
                </a:solidFill>
              </a:defRPr>
            </a:lvl8pPr>
            <a:lvl9pPr algn="r">
              <a:defRPr sz="1200" b="1">
                <a:solidFill>
                  <a:srgbClr val="45556C"/>
                </a:solidFill>
              </a:defRPr>
            </a:lvl9pPr>
          </a:lstStyle>
          <a:p xmlns:a="http://schemas.openxmlformats.org/drawingml/2006/main">
            <a:pPr algn="r">
              <a:defRPr sz="1200" b="1">
                <a:solidFill>
                  <a:srgbClr val="45556C"/>
                </a:solidFill>
              </a:defRPr>
            </a:pPr>
            <a:r>
              <a:rPr sz="1200" b="1">
                <a:solidFill>
                  <a:srgbClr val="45556C"/>
                </a:solidFill>
              </a:rPr>
              <a:t>02</a:t>
            </a:r>
          </a:p>
        </p:txBody>
      </p:sp>
      <p:sp>
        <p:nvSpPr>
          <p:cNvPr id="4" name="">
            <a:extLst xmlns:a="http://schemas.openxmlformats.org/drawingml/2006/main">
              <a:ext uri="{FF2B5EF4-FFF2-40B4-BE49-F238E27FC236}">
                <a16:creationId xmlns:a16="http://schemas.microsoft.com/office/drawing/2014/main" id="{B463D79D-F9CB-4428-B6A4-5CE556B905E4}"/>
              </a:ext>
            </a:extLst>
          </p:cNvPr>
          <p:cNvSpPr>
            <a:spLocks xmlns:a="http://schemas.openxmlformats.org/drawingml/2006/main" noGrp="1"/>
          </p:cNvSpPr>
          <p:nvPr/>
        </p:nvSpPr>
        <p:spPr>
          <a:xfrm xmlns:a="http://schemas.openxmlformats.org/drawingml/2006/main">
            <a:off x="838200" y="1790700"/>
            <a:ext cx="44767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432DD7"/>
                </a:solidFill>
              </a:defRPr>
            </a:defPPr>
            <a:lvl1pPr>
              <a:defRPr sz="1725" b="1">
                <a:solidFill>
                  <a:srgbClr val="432DD7"/>
                </a:solidFill>
              </a:defRPr>
            </a:lvl1pPr>
            <a:lvl2pPr>
              <a:defRPr sz="1725" b="1">
                <a:solidFill>
                  <a:srgbClr val="432DD7"/>
                </a:solidFill>
              </a:defRPr>
            </a:lvl2pPr>
            <a:lvl3pPr>
              <a:defRPr sz="1725" b="1">
                <a:solidFill>
                  <a:srgbClr val="432DD7"/>
                </a:solidFill>
              </a:defRPr>
            </a:lvl3pPr>
            <a:lvl4pPr>
              <a:defRPr sz="1725" b="1">
                <a:solidFill>
                  <a:srgbClr val="432DD7"/>
                </a:solidFill>
              </a:defRPr>
            </a:lvl4pPr>
            <a:lvl5pPr>
              <a:defRPr sz="1725" b="1">
                <a:solidFill>
                  <a:srgbClr val="432DD7"/>
                </a:solidFill>
              </a:defRPr>
            </a:lvl5pPr>
            <a:lvl6pPr>
              <a:defRPr sz="1725" b="1">
                <a:solidFill>
                  <a:srgbClr val="432DD7"/>
                </a:solidFill>
              </a:defRPr>
            </a:lvl6pPr>
            <a:lvl7pPr>
              <a:defRPr sz="1725" b="1">
                <a:solidFill>
                  <a:srgbClr val="432DD7"/>
                </a:solidFill>
              </a:defRPr>
            </a:lvl7pPr>
            <a:lvl8pPr>
              <a:defRPr sz="1725" b="1">
                <a:solidFill>
                  <a:srgbClr val="432DD7"/>
                </a:solidFill>
              </a:defRPr>
            </a:lvl8pPr>
            <a:lvl9pPr>
              <a:defRPr sz="1725" b="1">
                <a:solidFill>
                  <a:srgbClr val="432DD7"/>
                </a:solidFill>
              </a:defRPr>
            </a:lvl9pPr>
          </a:lstStyle>
          <a:p xmlns:a="http://schemas.openxmlformats.org/drawingml/2006/main">
            <a:pPr>
              <a:defRPr sz="1725" b="1">
                <a:solidFill>
                  <a:srgbClr val="432DD7"/>
                </a:solidFill>
              </a:defRPr>
            </a:pPr>
            <a:r>
              <a:rPr sz="1725" b="1">
                <a:solidFill>
                  <a:srgbClr val="432DD7"/>
                </a:solidFill>
              </a:rPr>
              <a:t>The problem</a:t>
            </a:r>
          </a:p>
        </p:txBody>
      </p:sp>
      <p:sp>
        <p:nvSpPr>
          <p:cNvPr id="5" name="">
            <a:extLst xmlns:a="http://schemas.openxmlformats.org/drawingml/2006/main">
              <a:ext uri="{FF2B5EF4-FFF2-40B4-BE49-F238E27FC236}">
                <a16:creationId xmlns:a16="http://schemas.microsoft.com/office/drawing/2014/main" id="{0E522F7D-532B-46FD-8656-9E6168ED9A90}"/>
              </a:ext>
            </a:extLst>
          </p:cNvPr>
          <p:cNvSpPr>
            <a:spLocks xmlns:a="http://schemas.openxmlformats.org/drawingml/2006/main" noGrp="1"/>
          </p:cNvSpPr>
          <p:nvPr/>
        </p:nvSpPr>
        <p:spPr>
          <a:xfrm xmlns:a="http://schemas.openxmlformats.org/drawingml/2006/main">
            <a:off x="838200" y="2228850"/>
            <a:ext cx="44767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a:solidFill>
                  <a:srgbClr val="1D293D"/>
                </a:solidFill>
              </a:defRPr>
            </a:defPPr>
            <a:lvl1pPr>
              <a:defRPr sz="1875">
                <a:solidFill>
                  <a:srgbClr val="1D293D"/>
                </a:solidFill>
              </a:defRPr>
            </a:lvl1pPr>
            <a:lvl2pPr>
              <a:defRPr sz="1875">
                <a:solidFill>
                  <a:srgbClr val="1D293D"/>
                </a:solidFill>
              </a:defRPr>
            </a:lvl2pPr>
            <a:lvl3pPr>
              <a:defRPr sz="1875">
                <a:solidFill>
                  <a:srgbClr val="1D293D"/>
                </a:solidFill>
              </a:defRPr>
            </a:lvl3pPr>
            <a:lvl4pPr>
              <a:defRPr sz="1875">
                <a:solidFill>
                  <a:srgbClr val="1D293D"/>
                </a:solidFill>
              </a:defRPr>
            </a:lvl4pPr>
            <a:lvl5pPr>
              <a:defRPr sz="1875">
                <a:solidFill>
                  <a:srgbClr val="1D293D"/>
                </a:solidFill>
              </a:defRPr>
            </a:lvl5pPr>
            <a:lvl6pPr>
              <a:defRPr sz="1875">
                <a:solidFill>
                  <a:srgbClr val="1D293D"/>
                </a:solidFill>
              </a:defRPr>
            </a:lvl6pPr>
            <a:lvl7pPr>
              <a:defRPr sz="1875">
                <a:solidFill>
                  <a:srgbClr val="1D293D"/>
                </a:solidFill>
              </a:defRPr>
            </a:lvl7pPr>
            <a:lvl8pPr>
              <a:defRPr sz="1875">
                <a:solidFill>
                  <a:srgbClr val="1D293D"/>
                </a:solidFill>
              </a:defRPr>
            </a:lvl8pPr>
            <a:lvl9pPr>
              <a:defRPr sz="1875">
                <a:solidFill>
                  <a:srgbClr val="1D293D"/>
                </a:solidFill>
              </a:defRPr>
            </a:lvl9pPr>
          </a:lstStyle>
          <a:p xmlns:a="http://schemas.openxmlformats.org/drawingml/2006/main">
            <a:pPr>
              <a:defRPr sz="1875">
                <a:solidFill>
                  <a:srgbClr val="1D293D"/>
                </a:solidFill>
              </a:defRPr>
            </a:pPr>
            <a:r>
              <a:rPr sz="1875">
                <a:solidFill>
                  <a:srgbClr val="1D293D"/>
                </a:solidFill>
              </a:rPr>
              <a:t>Interview practice is often scattered across notes, question websites and separate test tools.</a:t>
            </a:r>
          </a:p>
        </p:txBody>
      </p:sp>
      <p:sp>
        <p:nvSpPr>
          <p:cNvPr id="6" name="">
            <a:extLst xmlns:a="http://schemas.openxmlformats.org/drawingml/2006/main">
              <a:ext uri="{FF2B5EF4-FFF2-40B4-BE49-F238E27FC236}">
                <a16:creationId xmlns:a16="http://schemas.microsoft.com/office/drawing/2014/main" id="{E8F90403-BB1D-4C6A-8BB8-82E88AC25E33}"/>
              </a:ext>
            </a:extLst>
          </p:cNvPr>
          <p:cNvSpPr>
            <a:spLocks xmlns:a="http://schemas.openxmlformats.org/drawingml/2006/main" noGrp="1"/>
          </p:cNvSpPr>
          <p:nvPr/>
        </p:nvSpPr>
        <p:spPr>
          <a:xfrm xmlns:a="http://schemas.openxmlformats.org/drawingml/2006/main">
            <a:off x="838200" y="3562350"/>
            <a:ext cx="4476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a:solidFill>
                  <a:srgbClr val="45556C"/>
                </a:solidFill>
              </a:defRPr>
            </a:defPPr>
            <a:lvl1pPr>
              <a:defRPr sz="1650">
                <a:solidFill>
                  <a:srgbClr val="45556C"/>
                </a:solidFill>
              </a:defRPr>
            </a:lvl1pPr>
            <a:lvl2pPr>
              <a:defRPr sz="1650">
                <a:solidFill>
                  <a:srgbClr val="45556C"/>
                </a:solidFill>
              </a:defRPr>
            </a:lvl2pPr>
            <a:lvl3pPr>
              <a:defRPr sz="1650">
                <a:solidFill>
                  <a:srgbClr val="45556C"/>
                </a:solidFill>
              </a:defRPr>
            </a:lvl3pPr>
            <a:lvl4pPr>
              <a:defRPr sz="1650">
                <a:solidFill>
                  <a:srgbClr val="45556C"/>
                </a:solidFill>
              </a:defRPr>
            </a:lvl4pPr>
            <a:lvl5pPr>
              <a:defRPr sz="1650">
                <a:solidFill>
                  <a:srgbClr val="45556C"/>
                </a:solidFill>
              </a:defRPr>
            </a:lvl5pPr>
            <a:lvl6pPr>
              <a:defRPr sz="1650">
                <a:solidFill>
                  <a:srgbClr val="45556C"/>
                </a:solidFill>
              </a:defRPr>
            </a:lvl6pPr>
            <a:lvl7pPr>
              <a:defRPr sz="1650">
                <a:solidFill>
                  <a:srgbClr val="45556C"/>
                </a:solidFill>
              </a:defRPr>
            </a:lvl7pPr>
            <a:lvl8pPr>
              <a:defRPr sz="1650">
                <a:solidFill>
                  <a:srgbClr val="45556C"/>
                </a:solidFill>
              </a:defRPr>
            </a:lvl8pPr>
            <a:lvl9pPr>
              <a:defRPr sz="1650">
                <a:solidFill>
                  <a:srgbClr val="45556C"/>
                </a:solidFill>
              </a:defRPr>
            </a:lvl9pPr>
          </a:lstStyle>
          <a:p xmlns:a="http://schemas.openxmlformats.org/drawingml/2006/main">
            <a:pPr>
              <a:defRPr sz="1650">
                <a:solidFill>
                  <a:srgbClr val="45556C"/>
                </a:solidFill>
              </a:defRPr>
            </a:pPr>
            <a:r>
              <a:rPr sz="1650">
                <a:solidFill>
                  <a:srgbClr val="45556C"/>
                </a:solidFill>
              </a:rPr>
              <a:t>Students also need a simple way to see which topics they have practised and how their scores change.</a:t>
            </a:r>
          </a:p>
        </p:txBody>
      </p:sp>
      <p:sp>
        <p:nvSpPr>
          <p:cNvPr id="7" name="">
            <a:extLst xmlns:a="http://schemas.openxmlformats.org/drawingml/2006/main">
              <a:ext uri="{FF2B5EF4-FFF2-40B4-BE49-F238E27FC236}">
                <a16:creationId xmlns:a16="http://schemas.microsoft.com/office/drawing/2014/main" id="{DB040A07-8256-4414-B374-8C918840A525}"/>
              </a:ext>
            </a:extLst>
          </p:cNvPr>
          <p:cNvSpPr>
            <a:spLocks xmlns:a="http://schemas.openxmlformats.org/drawingml/2006/main" noGrp="1"/>
          </p:cNvSpPr>
          <p:nvPr/>
        </p:nvSpPr>
        <p:spPr>
          <a:xfrm xmlns:a="http://schemas.openxmlformats.org/drawingml/2006/main">
            <a:off x="5915025" y="1781175"/>
            <a:ext cx="19050" cy="3352800"/>
          </a:xfrm>
          <a:prstGeom xmlns:a="http://schemas.openxmlformats.org/drawingml/2006/main" prst="rect">
            <a:avLst/>
          </a:prstGeom>
          <a:solidFill xmlns:a="http://schemas.openxmlformats.org/drawingml/2006/main">
            <a:srgbClr val="CAD5E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6478124-4B0A-4DAD-B29B-81ACDA9040F9}"/>
              </a:ext>
            </a:extLst>
          </p:cNvPr>
          <p:cNvSpPr>
            <a:spLocks xmlns:a="http://schemas.openxmlformats.org/drawingml/2006/main" noGrp="1"/>
          </p:cNvSpPr>
          <p:nvPr/>
        </p:nvSpPr>
        <p:spPr>
          <a:xfrm xmlns:a="http://schemas.openxmlformats.org/drawingml/2006/main">
            <a:off x="6496050" y="1790700"/>
            <a:ext cx="44767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432DD7"/>
                </a:solidFill>
              </a:defRPr>
            </a:defPPr>
            <a:lvl1pPr>
              <a:defRPr sz="1725" b="1">
                <a:solidFill>
                  <a:srgbClr val="432DD7"/>
                </a:solidFill>
              </a:defRPr>
            </a:lvl1pPr>
            <a:lvl2pPr>
              <a:defRPr sz="1725" b="1">
                <a:solidFill>
                  <a:srgbClr val="432DD7"/>
                </a:solidFill>
              </a:defRPr>
            </a:lvl2pPr>
            <a:lvl3pPr>
              <a:defRPr sz="1725" b="1">
                <a:solidFill>
                  <a:srgbClr val="432DD7"/>
                </a:solidFill>
              </a:defRPr>
            </a:lvl3pPr>
            <a:lvl4pPr>
              <a:defRPr sz="1725" b="1">
                <a:solidFill>
                  <a:srgbClr val="432DD7"/>
                </a:solidFill>
              </a:defRPr>
            </a:lvl4pPr>
            <a:lvl5pPr>
              <a:defRPr sz="1725" b="1">
                <a:solidFill>
                  <a:srgbClr val="432DD7"/>
                </a:solidFill>
              </a:defRPr>
            </a:lvl5pPr>
            <a:lvl6pPr>
              <a:defRPr sz="1725" b="1">
                <a:solidFill>
                  <a:srgbClr val="432DD7"/>
                </a:solidFill>
              </a:defRPr>
            </a:lvl6pPr>
            <a:lvl7pPr>
              <a:defRPr sz="1725" b="1">
                <a:solidFill>
                  <a:srgbClr val="432DD7"/>
                </a:solidFill>
              </a:defRPr>
            </a:lvl7pPr>
            <a:lvl8pPr>
              <a:defRPr sz="1725" b="1">
                <a:solidFill>
                  <a:srgbClr val="432DD7"/>
                </a:solidFill>
              </a:defRPr>
            </a:lvl8pPr>
            <a:lvl9pPr>
              <a:defRPr sz="1725" b="1">
                <a:solidFill>
                  <a:srgbClr val="432DD7"/>
                </a:solidFill>
              </a:defRPr>
            </a:lvl9pPr>
          </a:lstStyle>
          <a:p xmlns:a="http://schemas.openxmlformats.org/drawingml/2006/main">
            <a:pPr>
              <a:defRPr sz="1725" b="1">
                <a:solidFill>
                  <a:srgbClr val="432DD7"/>
                </a:solidFill>
              </a:defRPr>
            </a:pPr>
            <a:r>
              <a:rPr sz="1725" b="1">
                <a:solidFill>
                  <a:srgbClr val="432DD7"/>
                </a:solidFill>
              </a:rPr>
              <a:t>The goal</a:t>
            </a:r>
          </a:p>
        </p:txBody>
      </p:sp>
      <p:sp>
        <p:nvSpPr>
          <p:cNvPr id="9" name="">
            <a:extLst xmlns:a="http://schemas.openxmlformats.org/drawingml/2006/main">
              <a:ext uri="{FF2B5EF4-FFF2-40B4-BE49-F238E27FC236}">
                <a16:creationId xmlns:a16="http://schemas.microsoft.com/office/drawing/2014/main" id="{C77F57BF-9B55-490F-B891-AA0E9080AB1E}"/>
              </a:ext>
            </a:extLst>
          </p:cNvPr>
          <p:cNvSpPr>
            <a:spLocks xmlns:a="http://schemas.openxmlformats.org/drawingml/2006/main" noGrp="1"/>
          </p:cNvSpPr>
          <p:nvPr/>
        </p:nvSpPr>
        <p:spPr>
          <a:xfrm xmlns:a="http://schemas.openxmlformats.org/drawingml/2006/main">
            <a:off x="6496050" y="2228850"/>
            <a:ext cx="4476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a:solidFill>
                  <a:srgbClr val="1D293D"/>
                </a:solidFill>
              </a:defRPr>
            </a:defPPr>
            <a:lvl1pPr>
              <a:defRPr sz="1875">
                <a:solidFill>
                  <a:srgbClr val="1D293D"/>
                </a:solidFill>
              </a:defRPr>
            </a:lvl1pPr>
            <a:lvl2pPr>
              <a:defRPr sz="1875">
                <a:solidFill>
                  <a:srgbClr val="1D293D"/>
                </a:solidFill>
              </a:defRPr>
            </a:lvl2pPr>
            <a:lvl3pPr>
              <a:defRPr sz="1875">
                <a:solidFill>
                  <a:srgbClr val="1D293D"/>
                </a:solidFill>
              </a:defRPr>
            </a:lvl3pPr>
            <a:lvl4pPr>
              <a:defRPr sz="1875">
                <a:solidFill>
                  <a:srgbClr val="1D293D"/>
                </a:solidFill>
              </a:defRPr>
            </a:lvl4pPr>
            <a:lvl5pPr>
              <a:defRPr sz="1875">
                <a:solidFill>
                  <a:srgbClr val="1D293D"/>
                </a:solidFill>
              </a:defRPr>
            </a:lvl5pPr>
            <a:lvl6pPr>
              <a:defRPr sz="1875">
                <a:solidFill>
                  <a:srgbClr val="1D293D"/>
                </a:solidFill>
              </a:defRPr>
            </a:lvl6pPr>
            <a:lvl7pPr>
              <a:defRPr sz="1875">
                <a:solidFill>
                  <a:srgbClr val="1D293D"/>
                </a:solidFill>
              </a:defRPr>
            </a:lvl7pPr>
            <a:lvl8pPr>
              <a:defRPr sz="1875">
                <a:solidFill>
                  <a:srgbClr val="1D293D"/>
                </a:solidFill>
              </a:defRPr>
            </a:lvl8pPr>
            <a:lvl9pPr>
              <a:defRPr sz="1875">
                <a:solidFill>
                  <a:srgbClr val="1D293D"/>
                </a:solidFill>
              </a:defRPr>
            </a:lvl9pPr>
          </a:lstStyle>
          <a:p xmlns:a="http://schemas.openxmlformats.org/drawingml/2006/main">
            <a:pPr>
              <a:defRPr sz="1875">
                <a:solidFill>
                  <a:srgbClr val="1D293D"/>
                </a:solidFill>
              </a:defRPr>
            </a:pPr>
            <a:r>
              <a:rPr sz="1875">
                <a:solidFill>
                  <a:srgbClr val="1D293D"/>
                </a:solidFill>
              </a:rPr>
              <a:t>Build one small web portal that brings practice, assessment and progress into the same place.</a:t>
            </a:r>
          </a:p>
        </p:txBody>
      </p:sp>
      <p:sp>
        <p:nvSpPr>
          <p:cNvPr id="10" name="">
            <a:extLst xmlns:a="http://schemas.openxmlformats.org/drawingml/2006/main">
              <a:ext uri="{FF2B5EF4-FFF2-40B4-BE49-F238E27FC236}">
                <a16:creationId xmlns:a16="http://schemas.microsoft.com/office/drawing/2014/main" id="{7556EB79-C9B5-4658-9EBD-827AD14DDB3B}"/>
              </a:ext>
            </a:extLst>
          </p:cNvPr>
          <p:cNvSpPr>
            <a:spLocks xmlns:a="http://schemas.openxmlformats.org/drawingml/2006/main" noGrp="1"/>
          </p:cNvSpPr>
          <p:nvPr/>
        </p:nvSpPr>
        <p:spPr>
          <a:xfrm xmlns:a="http://schemas.openxmlformats.org/drawingml/2006/main">
            <a:off x="6496050" y="3562350"/>
            <a:ext cx="44767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a:solidFill>
                  <a:srgbClr val="45556C"/>
                </a:solidFill>
              </a:defRPr>
            </a:defPPr>
            <a:lvl1pPr>
              <a:defRPr sz="1650">
                <a:solidFill>
                  <a:srgbClr val="45556C"/>
                </a:solidFill>
              </a:defRPr>
            </a:lvl1pPr>
            <a:lvl2pPr>
              <a:defRPr sz="1650">
                <a:solidFill>
                  <a:srgbClr val="45556C"/>
                </a:solidFill>
              </a:defRPr>
            </a:lvl2pPr>
            <a:lvl3pPr>
              <a:defRPr sz="1650">
                <a:solidFill>
                  <a:srgbClr val="45556C"/>
                </a:solidFill>
              </a:defRPr>
            </a:lvl3pPr>
            <a:lvl4pPr>
              <a:defRPr sz="1650">
                <a:solidFill>
                  <a:srgbClr val="45556C"/>
                </a:solidFill>
              </a:defRPr>
            </a:lvl4pPr>
            <a:lvl5pPr>
              <a:defRPr sz="1650">
                <a:solidFill>
                  <a:srgbClr val="45556C"/>
                </a:solidFill>
              </a:defRPr>
            </a:lvl5pPr>
            <a:lvl6pPr>
              <a:defRPr sz="1650">
                <a:solidFill>
                  <a:srgbClr val="45556C"/>
                </a:solidFill>
              </a:defRPr>
            </a:lvl6pPr>
            <a:lvl7pPr>
              <a:defRPr sz="1650">
                <a:solidFill>
                  <a:srgbClr val="45556C"/>
                </a:solidFill>
              </a:defRPr>
            </a:lvl7pPr>
            <a:lvl8pPr>
              <a:defRPr sz="1650">
                <a:solidFill>
                  <a:srgbClr val="45556C"/>
                </a:solidFill>
              </a:defRPr>
            </a:lvl8pPr>
            <a:lvl9pPr>
              <a:defRPr sz="1650">
                <a:solidFill>
                  <a:srgbClr val="45556C"/>
                </a:solidFill>
              </a:defRPr>
            </a:lvl9pPr>
          </a:lstStyle>
          <a:p xmlns:a="http://schemas.openxmlformats.org/drawingml/2006/main">
            <a:pPr>
              <a:defRPr sz="1650">
                <a:solidFill>
                  <a:srgbClr val="45556C"/>
                </a:solidFill>
              </a:defRPr>
            </a:pPr>
            <a:r>
              <a:rPr sz="1650">
                <a:solidFill>
                  <a:srgbClr val="45556C"/>
                </a:solidFill>
              </a:rPr>
              <a:t>The first version focuses on a few interview topics and a clear student workflow that can be demonstrated in class.</a:t>
            </a:r>
          </a:p>
        </p:txBody>
      </p:sp>
    </p:spTree>
    <p:extLst>
      <p:ext uri="{BB962C8B-B14F-4D97-AF65-F5344CB8AC3E}">
        <p14:creationId xmlns:p14="http://schemas.microsoft.com/office/powerpoint/2010/main" val="260837621"/>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B429B98-78E5-41BD-B8BB-998FC72A30B8}"/>
              </a:ext>
            </a:extLst>
          </p:cNvPr>
          <p:cNvSpPr>
            <a:spLocks xmlns:a="http://schemas.openxmlformats.org/drawingml/2006/main" noGrp="1"/>
          </p:cNvSpPr>
          <p:nvPr/>
        </p:nvSpPr>
        <p:spPr>
          <a:xfrm xmlns:a="http://schemas.openxmlformats.org/drawingml/2006/main">
            <a:off x="704850" y="5143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020618"/>
                </a:solidFill>
              </a:defRPr>
            </a:defPPr>
            <a:lvl1pPr>
              <a:defRPr sz="3150" b="1">
                <a:solidFill>
                  <a:srgbClr val="020618"/>
                </a:solidFill>
              </a:defRPr>
            </a:lvl1pPr>
            <a:lvl2pPr>
              <a:defRPr sz="3150" b="1">
                <a:solidFill>
                  <a:srgbClr val="020618"/>
                </a:solidFill>
              </a:defRPr>
            </a:lvl2pPr>
            <a:lvl3pPr>
              <a:defRPr sz="3150" b="1">
                <a:solidFill>
                  <a:srgbClr val="020618"/>
                </a:solidFill>
              </a:defRPr>
            </a:lvl3pPr>
            <a:lvl4pPr>
              <a:defRPr sz="3150" b="1">
                <a:solidFill>
                  <a:srgbClr val="020618"/>
                </a:solidFill>
              </a:defRPr>
            </a:lvl4pPr>
            <a:lvl5pPr>
              <a:defRPr sz="3150" b="1">
                <a:solidFill>
                  <a:srgbClr val="020618"/>
                </a:solidFill>
              </a:defRPr>
            </a:lvl5pPr>
            <a:lvl6pPr>
              <a:defRPr sz="3150" b="1">
                <a:solidFill>
                  <a:srgbClr val="020618"/>
                </a:solidFill>
              </a:defRPr>
            </a:lvl6pPr>
            <a:lvl7pPr>
              <a:defRPr sz="3150" b="1">
                <a:solidFill>
                  <a:srgbClr val="020618"/>
                </a:solidFill>
              </a:defRPr>
            </a:lvl7pPr>
            <a:lvl8pPr>
              <a:defRPr sz="3150" b="1">
                <a:solidFill>
                  <a:srgbClr val="020618"/>
                </a:solidFill>
              </a:defRPr>
            </a:lvl8pPr>
            <a:lvl9pPr>
              <a:defRPr sz="3150" b="1">
                <a:solidFill>
                  <a:srgbClr val="020618"/>
                </a:solidFill>
              </a:defRPr>
            </a:lvl9pPr>
          </a:lstStyle>
          <a:p xmlns:a="http://schemas.openxmlformats.org/drawingml/2006/main">
            <a:pPr>
              <a:defRPr sz="3150" b="1">
                <a:solidFill>
                  <a:srgbClr val="020618"/>
                </a:solidFill>
              </a:defRPr>
            </a:pPr>
            <a:r>
              <a:rPr sz="3150" b="1">
                <a:solidFill>
                  <a:srgbClr val="020618"/>
                </a:solidFill>
              </a:rPr>
              <a:t>Student features</a:t>
            </a:r>
          </a:p>
        </p:txBody>
      </p:sp>
      <p:sp>
        <p:nvSpPr>
          <p:cNvPr id="2" name="">
            <a:extLst xmlns:a="http://schemas.openxmlformats.org/drawingml/2006/main">
              <a:ext uri="{FF2B5EF4-FFF2-40B4-BE49-F238E27FC236}">
                <a16:creationId xmlns:a16="http://schemas.microsoft.com/office/drawing/2014/main" id="{2286BCF4-56D7-4360-9F61-F86E297FFE19}"/>
              </a:ext>
            </a:extLst>
          </p:cNvPr>
          <p:cNvSpPr>
            <a:spLocks xmlns:a="http://schemas.openxmlformats.org/drawingml/2006/main" noGrp="1"/>
          </p:cNvSpPr>
          <p:nvPr/>
        </p:nvSpPr>
        <p:spPr>
          <a:xfrm xmlns:a="http://schemas.openxmlformats.org/drawingml/2006/main">
            <a:off x="723900" y="1209675"/>
            <a:ext cx="552450" cy="47625"/>
          </a:xfrm>
          <a:prstGeom xmlns:a="http://schemas.openxmlformats.org/drawingml/2006/main" prst="rect">
            <a:avLst/>
          </a:prstGeom>
          <a:solidFill xmlns:a="http://schemas.openxmlformats.org/drawingml/2006/main">
            <a:srgbClr val="432DD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D1EC51D-3BF2-47EF-BDAB-72AF9D67AFE1}"/>
              </a:ext>
            </a:extLst>
          </p:cNvPr>
          <p:cNvSpPr>
            <a:spLocks xmlns:a="http://schemas.openxmlformats.org/drawingml/2006/main" noGrp="1"/>
          </p:cNvSpPr>
          <p:nvPr/>
        </p:nvSpPr>
        <p:spPr>
          <a:xfrm xmlns:a="http://schemas.openxmlformats.org/drawingml/2006/main">
            <a:off x="10953750" y="5905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200" b="1">
                <a:solidFill>
                  <a:srgbClr val="45556C"/>
                </a:solidFill>
              </a:defRPr>
            </a:defPPr>
            <a:lvl1pPr algn="r">
              <a:defRPr sz="1200" b="1">
                <a:solidFill>
                  <a:srgbClr val="45556C"/>
                </a:solidFill>
              </a:defRPr>
            </a:lvl1pPr>
            <a:lvl2pPr algn="r">
              <a:defRPr sz="1200" b="1">
                <a:solidFill>
                  <a:srgbClr val="45556C"/>
                </a:solidFill>
              </a:defRPr>
            </a:lvl2pPr>
            <a:lvl3pPr algn="r">
              <a:defRPr sz="1200" b="1">
                <a:solidFill>
                  <a:srgbClr val="45556C"/>
                </a:solidFill>
              </a:defRPr>
            </a:lvl3pPr>
            <a:lvl4pPr algn="r">
              <a:defRPr sz="1200" b="1">
                <a:solidFill>
                  <a:srgbClr val="45556C"/>
                </a:solidFill>
              </a:defRPr>
            </a:lvl4pPr>
            <a:lvl5pPr algn="r">
              <a:defRPr sz="1200" b="1">
                <a:solidFill>
                  <a:srgbClr val="45556C"/>
                </a:solidFill>
              </a:defRPr>
            </a:lvl5pPr>
            <a:lvl6pPr algn="r">
              <a:defRPr sz="1200" b="1">
                <a:solidFill>
                  <a:srgbClr val="45556C"/>
                </a:solidFill>
              </a:defRPr>
            </a:lvl6pPr>
            <a:lvl7pPr algn="r">
              <a:defRPr sz="1200" b="1">
                <a:solidFill>
                  <a:srgbClr val="45556C"/>
                </a:solidFill>
              </a:defRPr>
            </a:lvl7pPr>
            <a:lvl8pPr algn="r">
              <a:defRPr sz="1200" b="1">
                <a:solidFill>
                  <a:srgbClr val="45556C"/>
                </a:solidFill>
              </a:defRPr>
            </a:lvl8pPr>
            <a:lvl9pPr algn="r">
              <a:defRPr sz="1200" b="1">
                <a:solidFill>
                  <a:srgbClr val="45556C"/>
                </a:solidFill>
              </a:defRPr>
            </a:lvl9pPr>
          </a:lstStyle>
          <a:p xmlns:a="http://schemas.openxmlformats.org/drawingml/2006/main">
            <a:pPr algn="r">
              <a:defRPr sz="1200" b="1">
                <a:solidFill>
                  <a:srgbClr val="45556C"/>
                </a:solidFill>
              </a:defRPr>
            </a:pPr>
            <a:r>
              <a:rPr sz="1200" b="1">
                <a:solidFill>
                  <a:srgbClr val="45556C"/>
                </a:solidFill>
              </a:rPr>
              <a:t>03</a:t>
            </a:r>
          </a:p>
        </p:txBody>
      </p:sp>
      <p:sp>
        <p:nvSpPr>
          <p:cNvPr id="4" name="">
            <a:extLst xmlns:a="http://schemas.openxmlformats.org/drawingml/2006/main">
              <a:ext uri="{FF2B5EF4-FFF2-40B4-BE49-F238E27FC236}">
                <a16:creationId xmlns:a16="http://schemas.microsoft.com/office/drawing/2014/main" id="{D41E20EA-4CF1-4411-9CBA-5830B927C721}"/>
              </a:ext>
            </a:extLst>
          </p:cNvPr>
          <p:cNvSpPr>
            <a:spLocks xmlns:a="http://schemas.openxmlformats.org/drawingml/2006/main" noGrp="1"/>
          </p:cNvSpPr>
          <p:nvPr/>
        </p:nvSpPr>
        <p:spPr>
          <a:xfrm xmlns:a="http://schemas.openxmlformats.org/drawingml/2006/main">
            <a:off x="838200" y="1809750"/>
            <a:ext cx="466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32DD7"/>
                </a:solidFill>
              </a:defRPr>
            </a:defPPr>
            <a:lvl1pPr>
              <a:defRPr sz="1650" b="1">
                <a:solidFill>
                  <a:srgbClr val="432DD7"/>
                </a:solidFill>
              </a:defRPr>
            </a:lvl1pPr>
            <a:lvl2pPr>
              <a:defRPr sz="1650" b="1">
                <a:solidFill>
                  <a:srgbClr val="432DD7"/>
                </a:solidFill>
              </a:defRPr>
            </a:lvl2pPr>
            <a:lvl3pPr>
              <a:defRPr sz="1650" b="1">
                <a:solidFill>
                  <a:srgbClr val="432DD7"/>
                </a:solidFill>
              </a:defRPr>
            </a:lvl3pPr>
            <a:lvl4pPr>
              <a:defRPr sz="1650" b="1">
                <a:solidFill>
                  <a:srgbClr val="432DD7"/>
                </a:solidFill>
              </a:defRPr>
            </a:lvl4pPr>
            <a:lvl5pPr>
              <a:defRPr sz="1650" b="1">
                <a:solidFill>
                  <a:srgbClr val="432DD7"/>
                </a:solidFill>
              </a:defRPr>
            </a:lvl5pPr>
            <a:lvl6pPr>
              <a:defRPr sz="1650" b="1">
                <a:solidFill>
                  <a:srgbClr val="432DD7"/>
                </a:solidFill>
              </a:defRPr>
            </a:lvl6pPr>
            <a:lvl7pPr>
              <a:defRPr sz="1650" b="1">
                <a:solidFill>
                  <a:srgbClr val="432DD7"/>
                </a:solidFill>
              </a:defRPr>
            </a:lvl7pPr>
            <a:lvl8pPr>
              <a:defRPr sz="1650" b="1">
                <a:solidFill>
                  <a:srgbClr val="432DD7"/>
                </a:solidFill>
              </a:defRPr>
            </a:lvl8pPr>
            <a:lvl9pPr>
              <a:defRPr sz="1650" b="1">
                <a:solidFill>
                  <a:srgbClr val="432DD7"/>
                </a:solidFill>
              </a:defRPr>
            </a:lvl9pPr>
          </a:lstStyle>
          <a:p xmlns:a="http://schemas.openxmlformats.org/drawingml/2006/main">
            <a:pPr>
              <a:defRPr sz="1650" b="1">
                <a:solidFill>
                  <a:srgbClr val="432DD7"/>
                </a:solidFill>
              </a:defRPr>
            </a:pPr>
            <a:r>
              <a:rPr sz="1650" b="1">
                <a:solidFill>
                  <a:srgbClr val="432DD7"/>
                </a:solidFill>
              </a:rPr>
              <a:t>01  Topic practice</a:t>
            </a:r>
          </a:p>
        </p:txBody>
      </p:sp>
      <p:sp>
        <p:nvSpPr>
          <p:cNvPr id="5" name="">
            <a:extLst xmlns:a="http://schemas.openxmlformats.org/drawingml/2006/main">
              <a:ext uri="{FF2B5EF4-FFF2-40B4-BE49-F238E27FC236}">
                <a16:creationId xmlns:a16="http://schemas.microsoft.com/office/drawing/2014/main" id="{0BC8973D-F78B-412E-80B4-9A48EA273DF2}"/>
              </a:ext>
            </a:extLst>
          </p:cNvPr>
          <p:cNvSpPr>
            <a:spLocks xmlns:a="http://schemas.openxmlformats.org/drawingml/2006/main" noGrp="1"/>
          </p:cNvSpPr>
          <p:nvPr/>
        </p:nvSpPr>
        <p:spPr>
          <a:xfrm xmlns:a="http://schemas.openxmlformats.org/drawingml/2006/main">
            <a:off x="838200" y="2219325"/>
            <a:ext cx="4667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1D293D"/>
                </a:solidFill>
              </a:defRPr>
            </a:defPPr>
            <a:lvl1pPr>
              <a:defRPr sz="1425">
                <a:solidFill>
                  <a:srgbClr val="1D293D"/>
                </a:solidFill>
              </a:defRPr>
            </a:lvl1pPr>
            <a:lvl2pPr>
              <a:defRPr sz="1425">
                <a:solidFill>
                  <a:srgbClr val="1D293D"/>
                </a:solidFill>
              </a:defRPr>
            </a:lvl2pPr>
            <a:lvl3pPr>
              <a:defRPr sz="1425">
                <a:solidFill>
                  <a:srgbClr val="1D293D"/>
                </a:solidFill>
              </a:defRPr>
            </a:lvl3pPr>
            <a:lvl4pPr>
              <a:defRPr sz="1425">
                <a:solidFill>
                  <a:srgbClr val="1D293D"/>
                </a:solidFill>
              </a:defRPr>
            </a:lvl4pPr>
            <a:lvl5pPr>
              <a:defRPr sz="1425">
                <a:solidFill>
                  <a:srgbClr val="1D293D"/>
                </a:solidFill>
              </a:defRPr>
            </a:lvl5pPr>
            <a:lvl6pPr>
              <a:defRPr sz="1425">
                <a:solidFill>
                  <a:srgbClr val="1D293D"/>
                </a:solidFill>
              </a:defRPr>
            </a:lvl6pPr>
            <a:lvl7pPr>
              <a:defRPr sz="1425">
                <a:solidFill>
                  <a:srgbClr val="1D293D"/>
                </a:solidFill>
              </a:defRPr>
            </a:lvl7pPr>
            <a:lvl8pPr>
              <a:defRPr sz="1425">
                <a:solidFill>
                  <a:srgbClr val="1D293D"/>
                </a:solidFill>
              </a:defRPr>
            </a:lvl8pPr>
            <a:lvl9pPr>
              <a:defRPr sz="1425">
                <a:solidFill>
                  <a:srgbClr val="1D293D"/>
                </a:solidFill>
              </a:defRPr>
            </a:lvl9pPr>
          </a:lstStyle>
          <a:p xmlns:a="http://schemas.openxmlformats.org/drawingml/2006/main">
            <a:pPr>
              <a:defRPr sz="1425">
                <a:solidFill>
                  <a:srgbClr val="1D293D"/>
                </a:solidFill>
              </a:defRPr>
            </a:pPr>
            <a:r>
              <a:rPr sz="1425">
                <a:solidFill>
                  <a:srgbClr val="1D293D"/>
                </a:solidFill>
              </a:rPr>
              <a:t>Choose Python, SQL, OOP or Data Structures.</a:t>
            </a:r>
          </a:p>
        </p:txBody>
      </p:sp>
      <p:sp>
        <p:nvSpPr>
          <p:cNvPr id="6" name="">
            <a:extLst xmlns:a="http://schemas.openxmlformats.org/drawingml/2006/main">
              <a:ext uri="{FF2B5EF4-FFF2-40B4-BE49-F238E27FC236}">
                <a16:creationId xmlns:a16="http://schemas.microsoft.com/office/drawing/2014/main" id="{6847FF2D-A14D-4700-B3EF-D4D50691EF82}"/>
              </a:ext>
            </a:extLst>
          </p:cNvPr>
          <p:cNvSpPr>
            <a:spLocks xmlns:a="http://schemas.openxmlformats.org/drawingml/2006/main" noGrp="1"/>
          </p:cNvSpPr>
          <p:nvPr/>
        </p:nvSpPr>
        <p:spPr>
          <a:xfrm xmlns:a="http://schemas.openxmlformats.org/drawingml/2006/main">
            <a:off x="6496050" y="1809750"/>
            <a:ext cx="466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32DD7"/>
                </a:solidFill>
              </a:defRPr>
            </a:defPPr>
            <a:lvl1pPr>
              <a:defRPr sz="1650" b="1">
                <a:solidFill>
                  <a:srgbClr val="432DD7"/>
                </a:solidFill>
              </a:defRPr>
            </a:lvl1pPr>
            <a:lvl2pPr>
              <a:defRPr sz="1650" b="1">
                <a:solidFill>
                  <a:srgbClr val="432DD7"/>
                </a:solidFill>
              </a:defRPr>
            </a:lvl2pPr>
            <a:lvl3pPr>
              <a:defRPr sz="1650" b="1">
                <a:solidFill>
                  <a:srgbClr val="432DD7"/>
                </a:solidFill>
              </a:defRPr>
            </a:lvl3pPr>
            <a:lvl4pPr>
              <a:defRPr sz="1650" b="1">
                <a:solidFill>
                  <a:srgbClr val="432DD7"/>
                </a:solidFill>
              </a:defRPr>
            </a:lvl4pPr>
            <a:lvl5pPr>
              <a:defRPr sz="1650" b="1">
                <a:solidFill>
                  <a:srgbClr val="432DD7"/>
                </a:solidFill>
              </a:defRPr>
            </a:lvl5pPr>
            <a:lvl6pPr>
              <a:defRPr sz="1650" b="1">
                <a:solidFill>
                  <a:srgbClr val="432DD7"/>
                </a:solidFill>
              </a:defRPr>
            </a:lvl6pPr>
            <a:lvl7pPr>
              <a:defRPr sz="1650" b="1">
                <a:solidFill>
                  <a:srgbClr val="432DD7"/>
                </a:solidFill>
              </a:defRPr>
            </a:lvl7pPr>
            <a:lvl8pPr>
              <a:defRPr sz="1650" b="1">
                <a:solidFill>
                  <a:srgbClr val="432DD7"/>
                </a:solidFill>
              </a:defRPr>
            </a:lvl8pPr>
            <a:lvl9pPr>
              <a:defRPr sz="1650" b="1">
                <a:solidFill>
                  <a:srgbClr val="432DD7"/>
                </a:solidFill>
              </a:defRPr>
            </a:lvl9pPr>
          </a:lstStyle>
          <a:p xmlns:a="http://schemas.openxmlformats.org/drawingml/2006/main">
            <a:pPr>
              <a:defRPr sz="1650" b="1">
                <a:solidFill>
                  <a:srgbClr val="432DD7"/>
                </a:solidFill>
              </a:defRPr>
            </a:pPr>
            <a:r>
              <a:rPr sz="1650" b="1">
                <a:solidFill>
                  <a:srgbClr val="432DD7"/>
                </a:solidFill>
              </a:rPr>
              <a:t>02  Search and filters</a:t>
            </a:r>
          </a:p>
        </p:txBody>
      </p:sp>
      <p:sp>
        <p:nvSpPr>
          <p:cNvPr id="7" name="">
            <a:extLst xmlns:a="http://schemas.openxmlformats.org/drawingml/2006/main">
              <a:ext uri="{FF2B5EF4-FFF2-40B4-BE49-F238E27FC236}">
                <a16:creationId xmlns:a16="http://schemas.microsoft.com/office/drawing/2014/main" id="{7B663A8D-8ACE-4B5A-A1AD-7D1D89C2F0FF}"/>
              </a:ext>
            </a:extLst>
          </p:cNvPr>
          <p:cNvSpPr>
            <a:spLocks xmlns:a="http://schemas.openxmlformats.org/drawingml/2006/main" noGrp="1"/>
          </p:cNvSpPr>
          <p:nvPr/>
        </p:nvSpPr>
        <p:spPr>
          <a:xfrm xmlns:a="http://schemas.openxmlformats.org/drawingml/2006/main">
            <a:off x="6496050" y="2219325"/>
            <a:ext cx="4667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1D293D"/>
                </a:solidFill>
              </a:defRPr>
            </a:defPPr>
            <a:lvl1pPr>
              <a:defRPr sz="1425">
                <a:solidFill>
                  <a:srgbClr val="1D293D"/>
                </a:solidFill>
              </a:defRPr>
            </a:lvl1pPr>
            <a:lvl2pPr>
              <a:defRPr sz="1425">
                <a:solidFill>
                  <a:srgbClr val="1D293D"/>
                </a:solidFill>
              </a:defRPr>
            </a:lvl2pPr>
            <a:lvl3pPr>
              <a:defRPr sz="1425">
                <a:solidFill>
                  <a:srgbClr val="1D293D"/>
                </a:solidFill>
              </a:defRPr>
            </a:lvl3pPr>
            <a:lvl4pPr>
              <a:defRPr sz="1425">
                <a:solidFill>
                  <a:srgbClr val="1D293D"/>
                </a:solidFill>
              </a:defRPr>
            </a:lvl4pPr>
            <a:lvl5pPr>
              <a:defRPr sz="1425">
                <a:solidFill>
                  <a:srgbClr val="1D293D"/>
                </a:solidFill>
              </a:defRPr>
            </a:lvl5pPr>
            <a:lvl6pPr>
              <a:defRPr sz="1425">
                <a:solidFill>
                  <a:srgbClr val="1D293D"/>
                </a:solidFill>
              </a:defRPr>
            </a:lvl6pPr>
            <a:lvl7pPr>
              <a:defRPr sz="1425">
                <a:solidFill>
                  <a:srgbClr val="1D293D"/>
                </a:solidFill>
              </a:defRPr>
            </a:lvl7pPr>
            <a:lvl8pPr>
              <a:defRPr sz="1425">
                <a:solidFill>
                  <a:srgbClr val="1D293D"/>
                </a:solidFill>
              </a:defRPr>
            </a:lvl8pPr>
            <a:lvl9pPr>
              <a:defRPr sz="1425">
                <a:solidFill>
                  <a:srgbClr val="1D293D"/>
                </a:solidFill>
              </a:defRPr>
            </a:lvl9pPr>
          </a:lstStyle>
          <a:p xmlns:a="http://schemas.openxmlformats.org/drawingml/2006/main">
            <a:pPr>
              <a:defRPr sz="1425">
                <a:solidFill>
                  <a:srgbClr val="1D293D"/>
                </a:solidFill>
              </a:defRPr>
            </a:pPr>
            <a:r>
              <a:rPr sz="1425">
                <a:solidFill>
                  <a:srgbClr val="1D293D"/>
                </a:solidFill>
              </a:rPr>
              <a:t>Find questions by topic or matching text.</a:t>
            </a:r>
          </a:p>
        </p:txBody>
      </p:sp>
      <p:sp>
        <p:nvSpPr>
          <p:cNvPr id="8" name="">
            <a:extLst xmlns:a="http://schemas.openxmlformats.org/drawingml/2006/main">
              <a:ext uri="{FF2B5EF4-FFF2-40B4-BE49-F238E27FC236}">
                <a16:creationId xmlns:a16="http://schemas.microsoft.com/office/drawing/2014/main" id="{695DA3D0-6AF5-43F3-87EE-8DB76608DF29}"/>
              </a:ext>
            </a:extLst>
          </p:cNvPr>
          <p:cNvSpPr>
            <a:spLocks xmlns:a="http://schemas.openxmlformats.org/drawingml/2006/main" noGrp="1"/>
          </p:cNvSpPr>
          <p:nvPr/>
        </p:nvSpPr>
        <p:spPr>
          <a:xfrm xmlns:a="http://schemas.openxmlformats.org/drawingml/2006/main">
            <a:off x="838200" y="3000375"/>
            <a:ext cx="466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32DD7"/>
                </a:solidFill>
              </a:defRPr>
            </a:defPPr>
            <a:lvl1pPr>
              <a:defRPr sz="1650" b="1">
                <a:solidFill>
                  <a:srgbClr val="432DD7"/>
                </a:solidFill>
              </a:defRPr>
            </a:lvl1pPr>
            <a:lvl2pPr>
              <a:defRPr sz="1650" b="1">
                <a:solidFill>
                  <a:srgbClr val="432DD7"/>
                </a:solidFill>
              </a:defRPr>
            </a:lvl2pPr>
            <a:lvl3pPr>
              <a:defRPr sz="1650" b="1">
                <a:solidFill>
                  <a:srgbClr val="432DD7"/>
                </a:solidFill>
              </a:defRPr>
            </a:lvl3pPr>
            <a:lvl4pPr>
              <a:defRPr sz="1650" b="1">
                <a:solidFill>
                  <a:srgbClr val="432DD7"/>
                </a:solidFill>
              </a:defRPr>
            </a:lvl4pPr>
            <a:lvl5pPr>
              <a:defRPr sz="1650" b="1">
                <a:solidFill>
                  <a:srgbClr val="432DD7"/>
                </a:solidFill>
              </a:defRPr>
            </a:lvl5pPr>
            <a:lvl6pPr>
              <a:defRPr sz="1650" b="1">
                <a:solidFill>
                  <a:srgbClr val="432DD7"/>
                </a:solidFill>
              </a:defRPr>
            </a:lvl6pPr>
            <a:lvl7pPr>
              <a:defRPr sz="1650" b="1">
                <a:solidFill>
                  <a:srgbClr val="432DD7"/>
                </a:solidFill>
              </a:defRPr>
            </a:lvl7pPr>
            <a:lvl8pPr>
              <a:defRPr sz="1650" b="1">
                <a:solidFill>
                  <a:srgbClr val="432DD7"/>
                </a:solidFill>
              </a:defRPr>
            </a:lvl8pPr>
            <a:lvl9pPr>
              <a:defRPr sz="1650" b="1">
                <a:solidFill>
                  <a:srgbClr val="432DD7"/>
                </a:solidFill>
              </a:defRPr>
            </a:lvl9pPr>
          </a:lstStyle>
          <a:p xmlns:a="http://schemas.openxmlformats.org/drawingml/2006/main">
            <a:pPr>
              <a:defRPr sz="1650" b="1">
                <a:solidFill>
                  <a:srgbClr val="432DD7"/>
                </a:solidFill>
              </a:defRPr>
            </a:pPr>
            <a:r>
              <a:rPr sz="1650" b="1">
                <a:solidFill>
                  <a:srgbClr val="432DD7"/>
                </a:solidFill>
              </a:rPr>
              <a:t>03  Bookmarks</a:t>
            </a:r>
          </a:p>
        </p:txBody>
      </p:sp>
      <p:sp>
        <p:nvSpPr>
          <p:cNvPr id="9" name="">
            <a:extLst xmlns:a="http://schemas.openxmlformats.org/drawingml/2006/main">
              <a:ext uri="{FF2B5EF4-FFF2-40B4-BE49-F238E27FC236}">
                <a16:creationId xmlns:a16="http://schemas.microsoft.com/office/drawing/2014/main" id="{DCC114C6-2814-4A9D-B552-A16191E0BACB}"/>
              </a:ext>
            </a:extLst>
          </p:cNvPr>
          <p:cNvSpPr>
            <a:spLocks xmlns:a="http://schemas.openxmlformats.org/drawingml/2006/main" noGrp="1"/>
          </p:cNvSpPr>
          <p:nvPr/>
        </p:nvSpPr>
        <p:spPr>
          <a:xfrm xmlns:a="http://schemas.openxmlformats.org/drawingml/2006/main">
            <a:off x="838200" y="3409950"/>
            <a:ext cx="4667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1D293D"/>
                </a:solidFill>
              </a:defRPr>
            </a:defPPr>
            <a:lvl1pPr>
              <a:defRPr sz="1425">
                <a:solidFill>
                  <a:srgbClr val="1D293D"/>
                </a:solidFill>
              </a:defRPr>
            </a:lvl1pPr>
            <a:lvl2pPr>
              <a:defRPr sz="1425">
                <a:solidFill>
                  <a:srgbClr val="1D293D"/>
                </a:solidFill>
              </a:defRPr>
            </a:lvl2pPr>
            <a:lvl3pPr>
              <a:defRPr sz="1425">
                <a:solidFill>
                  <a:srgbClr val="1D293D"/>
                </a:solidFill>
              </a:defRPr>
            </a:lvl3pPr>
            <a:lvl4pPr>
              <a:defRPr sz="1425">
                <a:solidFill>
                  <a:srgbClr val="1D293D"/>
                </a:solidFill>
              </a:defRPr>
            </a:lvl4pPr>
            <a:lvl5pPr>
              <a:defRPr sz="1425">
                <a:solidFill>
                  <a:srgbClr val="1D293D"/>
                </a:solidFill>
              </a:defRPr>
            </a:lvl5pPr>
            <a:lvl6pPr>
              <a:defRPr sz="1425">
                <a:solidFill>
                  <a:srgbClr val="1D293D"/>
                </a:solidFill>
              </a:defRPr>
            </a:lvl6pPr>
            <a:lvl7pPr>
              <a:defRPr sz="1425">
                <a:solidFill>
                  <a:srgbClr val="1D293D"/>
                </a:solidFill>
              </a:defRPr>
            </a:lvl7pPr>
            <a:lvl8pPr>
              <a:defRPr sz="1425">
                <a:solidFill>
                  <a:srgbClr val="1D293D"/>
                </a:solidFill>
              </a:defRPr>
            </a:lvl8pPr>
            <a:lvl9pPr>
              <a:defRPr sz="1425">
                <a:solidFill>
                  <a:srgbClr val="1D293D"/>
                </a:solidFill>
              </a:defRPr>
            </a:lvl9pPr>
          </a:lstStyle>
          <a:p xmlns:a="http://schemas.openxmlformats.org/drawingml/2006/main">
            <a:pPr>
              <a:defRPr sz="1425">
                <a:solidFill>
                  <a:srgbClr val="1D293D"/>
                </a:solidFill>
              </a:defRPr>
            </a:pPr>
            <a:r>
              <a:rPr sz="1425">
                <a:solidFill>
                  <a:srgbClr val="1D293D"/>
                </a:solidFill>
              </a:rPr>
              <a:t>Save questions for a later revision session.</a:t>
            </a:r>
          </a:p>
        </p:txBody>
      </p:sp>
      <p:sp>
        <p:nvSpPr>
          <p:cNvPr id="10" name="">
            <a:extLst xmlns:a="http://schemas.openxmlformats.org/drawingml/2006/main">
              <a:ext uri="{FF2B5EF4-FFF2-40B4-BE49-F238E27FC236}">
                <a16:creationId xmlns:a16="http://schemas.microsoft.com/office/drawing/2014/main" id="{9A2472EA-7371-4958-A803-246FB9115FD8}"/>
              </a:ext>
            </a:extLst>
          </p:cNvPr>
          <p:cNvSpPr>
            <a:spLocks xmlns:a="http://schemas.openxmlformats.org/drawingml/2006/main" noGrp="1"/>
          </p:cNvSpPr>
          <p:nvPr/>
        </p:nvSpPr>
        <p:spPr>
          <a:xfrm xmlns:a="http://schemas.openxmlformats.org/drawingml/2006/main">
            <a:off x="6496050" y="3000375"/>
            <a:ext cx="466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32DD7"/>
                </a:solidFill>
              </a:defRPr>
            </a:defPPr>
            <a:lvl1pPr>
              <a:defRPr sz="1650" b="1">
                <a:solidFill>
                  <a:srgbClr val="432DD7"/>
                </a:solidFill>
              </a:defRPr>
            </a:lvl1pPr>
            <a:lvl2pPr>
              <a:defRPr sz="1650" b="1">
                <a:solidFill>
                  <a:srgbClr val="432DD7"/>
                </a:solidFill>
              </a:defRPr>
            </a:lvl2pPr>
            <a:lvl3pPr>
              <a:defRPr sz="1650" b="1">
                <a:solidFill>
                  <a:srgbClr val="432DD7"/>
                </a:solidFill>
              </a:defRPr>
            </a:lvl3pPr>
            <a:lvl4pPr>
              <a:defRPr sz="1650" b="1">
                <a:solidFill>
                  <a:srgbClr val="432DD7"/>
                </a:solidFill>
              </a:defRPr>
            </a:lvl4pPr>
            <a:lvl5pPr>
              <a:defRPr sz="1650" b="1">
                <a:solidFill>
                  <a:srgbClr val="432DD7"/>
                </a:solidFill>
              </a:defRPr>
            </a:lvl5pPr>
            <a:lvl6pPr>
              <a:defRPr sz="1650" b="1">
                <a:solidFill>
                  <a:srgbClr val="432DD7"/>
                </a:solidFill>
              </a:defRPr>
            </a:lvl6pPr>
            <a:lvl7pPr>
              <a:defRPr sz="1650" b="1">
                <a:solidFill>
                  <a:srgbClr val="432DD7"/>
                </a:solidFill>
              </a:defRPr>
            </a:lvl7pPr>
            <a:lvl8pPr>
              <a:defRPr sz="1650" b="1">
                <a:solidFill>
                  <a:srgbClr val="432DD7"/>
                </a:solidFill>
              </a:defRPr>
            </a:lvl8pPr>
            <a:lvl9pPr>
              <a:defRPr sz="1650" b="1">
                <a:solidFill>
                  <a:srgbClr val="432DD7"/>
                </a:solidFill>
              </a:defRPr>
            </a:lvl9pPr>
          </a:lstStyle>
          <a:p xmlns:a="http://schemas.openxmlformats.org/drawingml/2006/main">
            <a:pPr>
              <a:defRPr sz="1650" b="1">
                <a:solidFill>
                  <a:srgbClr val="432DD7"/>
                </a:solidFill>
              </a:defRPr>
            </a:pPr>
            <a:r>
              <a:rPr sz="1650" b="1">
                <a:solidFill>
                  <a:srgbClr val="432DD7"/>
                </a:solidFill>
              </a:rPr>
              <a:t>04  Timed mock tests</a:t>
            </a:r>
          </a:p>
        </p:txBody>
      </p:sp>
      <p:sp>
        <p:nvSpPr>
          <p:cNvPr id="11" name="">
            <a:extLst xmlns:a="http://schemas.openxmlformats.org/drawingml/2006/main">
              <a:ext uri="{FF2B5EF4-FFF2-40B4-BE49-F238E27FC236}">
                <a16:creationId xmlns:a16="http://schemas.microsoft.com/office/drawing/2014/main" id="{3D747F18-1843-4C02-B4AD-5A59AA8EB032}"/>
              </a:ext>
            </a:extLst>
          </p:cNvPr>
          <p:cNvSpPr>
            <a:spLocks xmlns:a="http://schemas.openxmlformats.org/drawingml/2006/main" noGrp="1"/>
          </p:cNvSpPr>
          <p:nvPr/>
        </p:nvSpPr>
        <p:spPr>
          <a:xfrm xmlns:a="http://schemas.openxmlformats.org/drawingml/2006/main">
            <a:off x="6496050" y="3409950"/>
            <a:ext cx="4667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1D293D"/>
                </a:solidFill>
              </a:defRPr>
            </a:defPPr>
            <a:lvl1pPr>
              <a:defRPr sz="1425">
                <a:solidFill>
                  <a:srgbClr val="1D293D"/>
                </a:solidFill>
              </a:defRPr>
            </a:lvl1pPr>
            <a:lvl2pPr>
              <a:defRPr sz="1425">
                <a:solidFill>
                  <a:srgbClr val="1D293D"/>
                </a:solidFill>
              </a:defRPr>
            </a:lvl2pPr>
            <a:lvl3pPr>
              <a:defRPr sz="1425">
                <a:solidFill>
                  <a:srgbClr val="1D293D"/>
                </a:solidFill>
              </a:defRPr>
            </a:lvl3pPr>
            <a:lvl4pPr>
              <a:defRPr sz="1425">
                <a:solidFill>
                  <a:srgbClr val="1D293D"/>
                </a:solidFill>
              </a:defRPr>
            </a:lvl4pPr>
            <a:lvl5pPr>
              <a:defRPr sz="1425">
                <a:solidFill>
                  <a:srgbClr val="1D293D"/>
                </a:solidFill>
              </a:defRPr>
            </a:lvl5pPr>
            <a:lvl6pPr>
              <a:defRPr sz="1425">
                <a:solidFill>
                  <a:srgbClr val="1D293D"/>
                </a:solidFill>
              </a:defRPr>
            </a:lvl6pPr>
            <a:lvl7pPr>
              <a:defRPr sz="1425">
                <a:solidFill>
                  <a:srgbClr val="1D293D"/>
                </a:solidFill>
              </a:defRPr>
            </a:lvl7pPr>
            <a:lvl8pPr>
              <a:defRPr sz="1425">
                <a:solidFill>
                  <a:srgbClr val="1D293D"/>
                </a:solidFill>
              </a:defRPr>
            </a:lvl8pPr>
            <a:lvl9pPr>
              <a:defRPr sz="1425">
                <a:solidFill>
                  <a:srgbClr val="1D293D"/>
                </a:solidFill>
              </a:defRPr>
            </a:lvl9pPr>
          </a:lstStyle>
          <a:p xmlns:a="http://schemas.openxmlformats.org/drawingml/2006/main">
            <a:pPr>
              <a:defRPr sz="1425">
                <a:solidFill>
                  <a:srgbClr val="1D293D"/>
                </a:solidFill>
              </a:defRPr>
            </a:pPr>
            <a:r>
              <a:rPr sz="1425">
                <a:solidFill>
                  <a:srgbClr val="1D293D"/>
                </a:solidFill>
              </a:rPr>
              <a:t>Answer a set of questions before time runs out.</a:t>
            </a:r>
          </a:p>
        </p:txBody>
      </p:sp>
      <p:sp>
        <p:nvSpPr>
          <p:cNvPr id="12" name="">
            <a:extLst xmlns:a="http://schemas.openxmlformats.org/drawingml/2006/main">
              <a:ext uri="{FF2B5EF4-FFF2-40B4-BE49-F238E27FC236}">
                <a16:creationId xmlns:a16="http://schemas.microsoft.com/office/drawing/2014/main" id="{A1CA2CF3-F80C-4171-806E-C3CD0C7AF703}"/>
              </a:ext>
            </a:extLst>
          </p:cNvPr>
          <p:cNvSpPr>
            <a:spLocks xmlns:a="http://schemas.openxmlformats.org/drawingml/2006/main" noGrp="1"/>
          </p:cNvSpPr>
          <p:nvPr/>
        </p:nvSpPr>
        <p:spPr>
          <a:xfrm xmlns:a="http://schemas.openxmlformats.org/drawingml/2006/main">
            <a:off x="838200" y="4191000"/>
            <a:ext cx="466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32DD7"/>
                </a:solidFill>
              </a:defRPr>
            </a:defPPr>
            <a:lvl1pPr>
              <a:defRPr sz="1650" b="1">
                <a:solidFill>
                  <a:srgbClr val="432DD7"/>
                </a:solidFill>
              </a:defRPr>
            </a:lvl1pPr>
            <a:lvl2pPr>
              <a:defRPr sz="1650" b="1">
                <a:solidFill>
                  <a:srgbClr val="432DD7"/>
                </a:solidFill>
              </a:defRPr>
            </a:lvl2pPr>
            <a:lvl3pPr>
              <a:defRPr sz="1650" b="1">
                <a:solidFill>
                  <a:srgbClr val="432DD7"/>
                </a:solidFill>
              </a:defRPr>
            </a:lvl3pPr>
            <a:lvl4pPr>
              <a:defRPr sz="1650" b="1">
                <a:solidFill>
                  <a:srgbClr val="432DD7"/>
                </a:solidFill>
              </a:defRPr>
            </a:lvl4pPr>
            <a:lvl5pPr>
              <a:defRPr sz="1650" b="1">
                <a:solidFill>
                  <a:srgbClr val="432DD7"/>
                </a:solidFill>
              </a:defRPr>
            </a:lvl5pPr>
            <a:lvl6pPr>
              <a:defRPr sz="1650" b="1">
                <a:solidFill>
                  <a:srgbClr val="432DD7"/>
                </a:solidFill>
              </a:defRPr>
            </a:lvl6pPr>
            <a:lvl7pPr>
              <a:defRPr sz="1650" b="1">
                <a:solidFill>
                  <a:srgbClr val="432DD7"/>
                </a:solidFill>
              </a:defRPr>
            </a:lvl7pPr>
            <a:lvl8pPr>
              <a:defRPr sz="1650" b="1">
                <a:solidFill>
                  <a:srgbClr val="432DD7"/>
                </a:solidFill>
              </a:defRPr>
            </a:lvl8pPr>
            <a:lvl9pPr>
              <a:defRPr sz="1650" b="1">
                <a:solidFill>
                  <a:srgbClr val="432DD7"/>
                </a:solidFill>
              </a:defRPr>
            </a:lvl9pPr>
          </a:lstStyle>
          <a:p xmlns:a="http://schemas.openxmlformats.org/drawingml/2006/main">
            <a:pPr>
              <a:defRPr sz="1650" b="1">
                <a:solidFill>
                  <a:srgbClr val="432DD7"/>
                </a:solidFill>
              </a:defRPr>
            </a:pPr>
            <a:r>
              <a:rPr sz="1650" b="1">
                <a:solidFill>
                  <a:srgbClr val="432DD7"/>
                </a:solidFill>
              </a:rPr>
              <a:t>05  Progress dashboard</a:t>
            </a:r>
          </a:p>
        </p:txBody>
      </p:sp>
      <p:sp>
        <p:nvSpPr>
          <p:cNvPr id="13" name="">
            <a:extLst xmlns:a="http://schemas.openxmlformats.org/drawingml/2006/main">
              <a:ext uri="{FF2B5EF4-FFF2-40B4-BE49-F238E27FC236}">
                <a16:creationId xmlns:a16="http://schemas.microsoft.com/office/drawing/2014/main" id="{6AABDC31-8F32-4E14-A663-F18BD6F1ABFF}"/>
              </a:ext>
            </a:extLst>
          </p:cNvPr>
          <p:cNvSpPr>
            <a:spLocks xmlns:a="http://schemas.openxmlformats.org/drawingml/2006/main" noGrp="1"/>
          </p:cNvSpPr>
          <p:nvPr/>
        </p:nvSpPr>
        <p:spPr>
          <a:xfrm xmlns:a="http://schemas.openxmlformats.org/drawingml/2006/main">
            <a:off x="838200" y="4600575"/>
            <a:ext cx="4667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1D293D"/>
                </a:solidFill>
              </a:defRPr>
            </a:defPPr>
            <a:lvl1pPr>
              <a:defRPr sz="1425">
                <a:solidFill>
                  <a:srgbClr val="1D293D"/>
                </a:solidFill>
              </a:defRPr>
            </a:lvl1pPr>
            <a:lvl2pPr>
              <a:defRPr sz="1425">
                <a:solidFill>
                  <a:srgbClr val="1D293D"/>
                </a:solidFill>
              </a:defRPr>
            </a:lvl2pPr>
            <a:lvl3pPr>
              <a:defRPr sz="1425">
                <a:solidFill>
                  <a:srgbClr val="1D293D"/>
                </a:solidFill>
              </a:defRPr>
            </a:lvl3pPr>
            <a:lvl4pPr>
              <a:defRPr sz="1425">
                <a:solidFill>
                  <a:srgbClr val="1D293D"/>
                </a:solidFill>
              </a:defRPr>
            </a:lvl4pPr>
            <a:lvl5pPr>
              <a:defRPr sz="1425">
                <a:solidFill>
                  <a:srgbClr val="1D293D"/>
                </a:solidFill>
              </a:defRPr>
            </a:lvl5pPr>
            <a:lvl6pPr>
              <a:defRPr sz="1425">
                <a:solidFill>
                  <a:srgbClr val="1D293D"/>
                </a:solidFill>
              </a:defRPr>
            </a:lvl6pPr>
            <a:lvl7pPr>
              <a:defRPr sz="1425">
                <a:solidFill>
                  <a:srgbClr val="1D293D"/>
                </a:solidFill>
              </a:defRPr>
            </a:lvl7pPr>
            <a:lvl8pPr>
              <a:defRPr sz="1425">
                <a:solidFill>
                  <a:srgbClr val="1D293D"/>
                </a:solidFill>
              </a:defRPr>
            </a:lvl8pPr>
            <a:lvl9pPr>
              <a:defRPr sz="1425">
                <a:solidFill>
                  <a:srgbClr val="1D293D"/>
                </a:solidFill>
              </a:defRPr>
            </a:lvl9pPr>
          </a:lstStyle>
          <a:p xmlns:a="http://schemas.openxmlformats.org/drawingml/2006/main">
            <a:pPr>
              <a:defRPr sz="1425">
                <a:solidFill>
                  <a:srgbClr val="1D293D"/>
                </a:solidFill>
              </a:defRPr>
            </a:pPr>
            <a:r>
              <a:rPr sz="1425">
                <a:solidFill>
                  <a:srgbClr val="1D293D"/>
                </a:solidFill>
              </a:rPr>
              <a:t>Review saved scores and practice history.</a:t>
            </a:r>
          </a:p>
        </p:txBody>
      </p:sp>
      <p:sp>
        <p:nvSpPr>
          <p:cNvPr id="14" name="">
            <a:extLst xmlns:a="http://schemas.openxmlformats.org/drawingml/2006/main">
              <a:ext uri="{FF2B5EF4-FFF2-40B4-BE49-F238E27FC236}">
                <a16:creationId xmlns:a16="http://schemas.microsoft.com/office/drawing/2014/main" id="{5696BABB-4320-4F4A-B819-90D7CF4B4609}"/>
              </a:ext>
            </a:extLst>
          </p:cNvPr>
          <p:cNvSpPr>
            <a:spLocks xmlns:a="http://schemas.openxmlformats.org/drawingml/2006/main" noGrp="1"/>
          </p:cNvSpPr>
          <p:nvPr/>
        </p:nvSpPr>
        <p:spPr>
          <a:xfrm xmlns:a="http://schemas.openxmlformats.org/drawingml/2006/main">
            <a:off x="6496050" y="4191000"/>
            <a:ext cx="466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32DD7"/>
                </a:solidFill>
              </a:defRPr>
            </a:defPPr>
            <a:lvl1pPr>
              <a:defRPr sz="1650" b="1">
                <a:solidFill>
                  <a:srgbClr val="432DD7"/>
                </a:solidFill>
              </a:defRPr>
            </a:lvl1pPr>
            <a:lvl2pPr>
              <a:defRPr sz="1650" b="1">
                <a:solidFill>
                  <a:srgbClr val="432DD7"/>
                </a:solidFill>
              </a:defRPr>
            </a:lvl2pPr>
            <a:lvl3pPr>
              <a:defRPr sz="1650" b="1">
                <a:solidFill>
                  <a:srgbClr val="432DD7"/>
                </a:solidFill>
              </a:defRPr>
            </a:lvl3pPr>
            <a:lvl4pPr>
              <a:defRPr sz="1650" b="1">
                <a:solidFill>
                  <a:srgbClr val="432DD7"/>
                </a:solidFill>
              </a:defRPr>
            </a:lvl4pPr>
            <a:lvl5pPr>
              <a:defRPr sz="1650" b="1">
                <a:solidFill>
                  <a:srgbClr val="432DD7"/>
                </a:solidFill>
              </a:defRPr>
            </a:lvl5pPr>
            <a:lvl6pPr>
              <a:defRPr sz="1650" b="1">
                <a:solidFill>
                  <a:srgbClr val="432DD7"/>
                </a:solidFill>
              </a:defRPr>
            </a:lvl6pPr>
            <a:lvl7pPr>
              <a:defRPr sz="1650" b="1">
                <a:solidFill>
                  <a:srgbClr val="432DD7"/>
                </a:solidFill>
              </a:defRPr>
            </a:lvl7pPr>
            <a:lvl8pPr>
              <a:defRPr sz="1650" b="1">
                <a:solidFill>
                  <a:srgbClr val="432DD7"/>
                </a:solidFill>
              </a:defRPr>
            </a:lvl8pPr>
            <a:lvl9pPr>
              <a:defRPr sz="1650" b="1">
                <a:solidFill>
                  <a:srgbClr val="432DD7"/>
                </a:solidFill>
              </a:defRPr>
            </a:lvl9pPr>
          </a:lstStyle>
          <a:p xmlns:a="http://schemas.openxmlformats.org/drawingml/2006/main">
            <a:pPr>
              <a:defRPr sz="1650" b="1">
                <a:solidFill>
                  <a:srgbClr val="432DD7"/>
                </a:solidFill>
              </a:defRPr>
            </a:pPr>
            <a:r>
              <a:rPr sz="1650" b="1">
                <a:solidFill>
                  <a:srgbClr val="432DD7"/>
                </a:solidFill>
              </a:rPr>
              <a:t>06  AI answer coach</a:t>
            </a:r>
          </a:p>
        </p:txBody>
      </p:sp>
      <p:sp>
        <p:nvSpPr>
          <p:cNvPr id="15" name="">
            <a:extLst xmlns:a="http://schemas.openxmlformats.org/drawingml/2006/main">
              <a:ext uri="{FF2B5EF4-FFF2-40B4-BE49-F238E27FC236}">
                <a16:creationId xmlns:a16="http://schemas.microsoft.com/office/drawing/2014/main" id="{A404F0D8-A4CC-4F08-B6A2-DD909FC2DFDD}"/>
              </a:ext>
            </a:extLst>
          </p:cNvPr>
          <p:cNvSpPr>
            <a:spLocks xmlns:a="http://schemas.openxmlformats.org/drawingml/2006/main" noGrp="1"/>
          </p:cNvSpPr>
          <p:nvPr/>
        </p:nvSpPr>
        <p:spPr>
          <a:xfrm xmlns:a="http://schemas.openxmlformats.org/drawingml/2006/main">
            <a:off x="6496050" y="4600575"/>
            <a:ext cx="4667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1D293D"/>
                </a:solidFill>
              </a:defRPr>
            </a:defPPr>
            <a:lvl1pPr>
              <a:defRPr sz="1425">
                <a:solidFill>
                  <a:srgbClr val="1D293D"/>
                </a:solidFill>
              </a:defRPr>
            </a:lvl1pPr>
            <a:lvl2pPr>
              <a:defRPr sz="1425">
                <a:solidFill>
                  <a:srgbClr val="1D293D"/>
                </a:solidFill>
              </a:defRPr>
            </a:lvl2pPr>
            <a:lvl3pPr>
              <a:defRPr sz="1425">
                <a:solidFill>
                  <a:srgbClr val="1D293D"/>
                </a:solidFill>
              </a:defRPr>
            </a:lvl3pPr>
            <a:lvl4pPr>
              <a:defRPr sz="1425">
                <a:solidFill>
                  <a:srgbClr val="1D293D"/>
                </a:solidFill>
              </a:defRPr>
            </a:lvl4pPr>
            <a:lvl5pPr>
              <a:defRPr sz="1425">
                <a:solidFill>
                  <a:srgbClr val="1D293D"/>
                </a:solidFill>
              </a:defRPr>
            </a:lvl5pPr>
            <a:lvl6pPr>
              <a:defRPr sz="1425">
                <a:solidFill>
                  <a:srgbClr val="1D293D"/>
                </a:solidFill>
              </a:defRPr>
            </a:lvl6pPr>
            <a:lvl7pPr>
              <a:defRPr sz="1425">
                <a:solidFill>
                  <a:srgbClr val="1D293D"/>
                </a:solidFill>
              </a:defRPr>
            </a:lvl7pPr>
            <a:lvl8pPr>
              <a:defRPr sz="1425">
                <a:solidFill>
                  <a:srgbClr val="1D293D"/>
                </a:solidFill>
              </a:defRPr>
            </a:lvl8pPr>
            <a:lvl9pPr>
              <a:defRPr sz="1425">
                <a:solidFill>
                  <a:srgbClr val="1D293D"/>
                </a:solidFill>
              </a:defRPr>
            </a:lvl9pPr>
          </a:lstStyle>
          <a:p xmlns:a="http://schemas.openxmlformats.org/drawingml/2006/main">
            <a:pPr>
              <a:defRPr sz="1425">
                <a:solidFill>
                  <a:srgbClr val="1D293D"/>
                </a:solidFill>
              </a:defRPr>
            </a:pPr>
            <a:r>
              <a:rPr sz="1425">
                <a:solidFill>
                  <a:srgbClr val="1D293D"/>
                </a:solidFill>
              </a:rPr>
              <a:t>Get feedback on a written interview answer.</a:t>
            </a:r>
          </a:p>
        </p:txBody>
      </p:sp>
    </p:spTree>
    <p:extLst>
      <p:ext uri="{BB962C8B-B14F-4D97-AF65-F5344CB8AC3E}">
        <p14:creationId xmlns:p14="http://schemas.microsoft.com/office/powerpoint/2010/main" val="953403306"/>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480DC1F-E80D-46AF-8709-86F9ABCFEA2F}"/>
              </a:ext>
            </a:extLst>
          </p:cNvPr>
          <p:cNvSpPr>
            <a:spLocks xmlns:a="http://schemas.openxmlformats.org/drawingml/2006/main" noGrp="1"/>
          </p:cNvSpPr>
          <p:nvPr/>
        </p:nvSpPr>
        <p:spPr>
          <a:xfrm xmlns:a="http://schemas.openxmlformats.org/drawingml/2006/main">
            <a:off x="704850" y="5143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020618"/>
                </a:solidFill>
              </a:defRPr>
            </a:defPPr>
            <a:lvl1pPr>
              <a:defRPr sz="3150" b="1">
                <a:solidFill>
                  <a:srgbClr val="020618"/>
                </a:solidFill>
              </a:defRPr>
            </a:lvl1pPr>
            <a:lvl2pPr>
              <a:defRPr sz="3150" b="1">
                <a:solidFill>
                  <a:srgbClr val="020618"/>
                </a:solidFill>
              </a:defRPr>
            </a:lvl2pPr>
            <a:lvl3pPr>
              <a:defRPr sz="3150" b="1">
                <a:solidFill>
                  <a:srgbClr val="020618"/>
                </a:solidFill>
              </a:defRPr>
            </a:lvl3pPr>
            <a:lvl4pPr>
              <a:defRPr sz="3150" b="1">
                <a:solidFill>
                  <a:srgbClr val="020618"/>
                </a:solidFill>
              </a:defRPr>
            </a:lvl4pPr>
            <a:lvl5pPr>
              <a:defRPr sz="3150" b="1">
                <a:solidFill>
                  <a:srgbClr val="020618"/>
                </a:solidFill>
              </a:defRPr>
            </a:lvl5pPr>
            <a:lvl6pPr>
              <a:defRPr sz="3150" b="1">
                <a:solidFill>
                  <a:srgbClr val="020618"/>
                </a:solidFill>
              </a:defRPr>
            </a:lvl6pPr>
            <a:lvl7pPr>
              <a:defRPr sz="3150" b="1">
                <a:solidFill>
                  <a:srgbClr val="020618"/>
                </a:solidFill>
              </a:defRPr>
            </a:lvl7pPr>
            <a:lvl8pPr>
              <a:defRPr sz="3150" b="1">
                <a:solidFill>
                  <a:srgbClr val="020618"/>
                </a:solidFill>
              </a:defRPr>
            </a:lvl8pPr>
            <a:lvl9pPr>
              <a:defRPr sz="3150" b="1">
                <a:solidFill>
                  <a:srgbClr val="020618"/>
                </a:solidFill>
              </a:defRPr>
            </a:lvl9pPr>
          </a:lstStyle>
          <a:p xmlns:a="http://schemas.openxmlformats.org/drawingml/2006/main">
            <a:pPr>
              <a:defRPr sz="3150" b="1">
                <a:solidFill>
                  <a:srgbClr val="020618"/>
                </a:solidFill>
              </a:defRPr>
            </a:pPr>
            <a:r>
              <a:rPr sz="3150" b="1">
                <a:solidFill>
                  <a:srgbClr val="020618"/>
                </a:solidFill>
              </a:rPr>
              <a:t>Application architecture</a:t>
            </a:r>
          </a:p>
        </p:txBody>
      </p:sp>
      <p:sp>
        <p:nvSpPr>
          <p:cNvPr id="2" name="">
            <a:extLst xmlns:a="http://schemas.openxmlformats.org/drawingml/2006/main">
              <a:ext uri="{FF2B5EF4-FFF2-40B4-BE49-F238E27FC236}">
                <a16:creationId xmlns:a16="http://schemas.microsoft.com/office/drawing/2014/main" id="{D08F9591-383E-4ABB-86AA-AA6BB9EEFCE4}"/>
              </a:ext>
            </a:extLst>
          </p:cNvPr>
          <p:cNvSpPr>
            <a:spLocks xmlns:a="http://schemas.openxmlformats.org/drawingml/2006/main" noGrp="1"/>
          </p:cNvSpPr>
          <p:nvPr/>
        </p:nvSpPr>
        <p:spPr>
          <a:xfrm xmlns:a="http://schemas.openxmlformats.org/drawingml/2006/main">
            <a:off x="723900" y="1209675"/>
            <a:ext cx="552450" cy="47625"/>
          </a:xfrm>
          <a:prstGeom xmlns:a="http://schemas.openxmlformats.org/drawingml/2006/main" prst="rect">
            <a:avLst/>
          </a:prstGeom>
          <a:solidFill xmlns:a="http://schemas.openxmlformats.org/drawingml/2006/main">
            <a:srgbClr val="432DD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C66D21B-C6E2-4EB5-9534-46C99A09EDF2}"/>
              </a:ext>
            </a:extLst>
          </p:cNvPr>
          <p:cNvSpPr>
            <a:spLocks xmlns:a="http://schemas.openxmlformats.org/drawingml/2006/main" noGrp="1"/>
          </p:cNvSpPr>
          <p:nvPr/>
        </p:nvSpPr>
        <p:spPr>
          <a:xfrm xmlns:a="http://schemas.openxmlformats.org/drawingml/2006/main">
            <a:off x="10953750" y="5905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200" b="1">
                <a:solidFill>
                  <a:srgbClr val="45556C"/>
                </a:solidFill>
              </a:defRPr>
            </a:defPPr>
            <a:lvl1pPr algn="r">
              <a:defRPr sz="1200" b="1">
                <a:solidFill>
                  <a:srgbClr val="45556C"/>
                </a:solidFill>
              </a:defRPr>
            </a:lvl1pPr>
            <a:lvl2pPr algn="r">
              <a:defRPr sz="1200" b="1">
                <a:solidFill>
                  <a:srgbClr val="45556C"/>
                </a:solidFill>
              </a:defRPr>
            </a:lvl2pPr>
            <a:lvl3pPr algn="r">
              <a:defRPr sz="1200" b="1">
                <a:solidFill>
                  <a:srgbClr val="45556C"/>
                </a:solidFill>
              </a:defRPr>
            </a:lvl3pPr>
            <a:lvl4pPr algn="r">
              <a:defRPr sz="1200" b="1">
                <a:solidFill>
                  <a:srgbClr val="45556C"/>
                </a:solidFill>
              </a:defRPr>
            </a:lvl4pPr>
            <a:lvl5pPr algn="r">
              <a:defRPr sz="1200" b="1">
                <a:solidFill>
                  <a:srgbClr val="45556C"/>
                </a:solidFill>
              </a:defRPr>
            </a:lvl5pPr>
            <a:lvl6pPr algn="r">
              <a:defRPr sz="1200" b="1">
                <a:solidFill>
                  <a:srgbClr val="45556C"/>
                </a:solidFill>
              </a:defRPr>
            </a:lvl6pPr>
            <a:lvl7pPr algn="r">
              <a:defRPr sz="1200" b="1">
                <a:solidFill>
                  <a:srgbClr val="45556C"/>
                </a:solidFill>
              </a:defRPr>
            </a:lvl7pPr>
            <a:lvl8pPr algn="r">
              <a:defRPr sz="1200" b="1">
                <a:solidFill>
                  <a:srgbClr val="45556C"/>
                </a:solidFill>
              </a:defRPr>
            </a:lvl8pPr>
            <a:lvl9pPr algn="r">
              <a:defRPr sz="1200" b="1">
                <a:solidFill>
                  <a:srgbClr val="45556C"/>
                </a:solidFill>
              </a:defRPr>
            </a:lvl9pPr>
          </a:lstStyle>
          <a:p xmlns:a="http://schemas.openxmlformats.org/drawingml/2006/main">
            <a:pPr algn="r">
              <a:defRPr sz="1200" b="1">
                <a:solidFill>
                  <a:srgbClr val="45556C"/>
                </a:solidFill>
              </a:defRPr>
            </a:pPr>
            <a:r>
              <a:rPr sz="1200" b="1">
                <a:solidFill>
                  <a:srgbClr val="45556C"/>
                </a:solidFill>
              </a:rPr>
              <a:t>04</a:t>
            </a:r>
          </a:p>
        </p:txBody>
      </p:sp>
      <p:sp>
        <p:nvSpPr>
          <p:cNvPr id="4" name="">
            <a:extLst xmlns:a="http://schemas.openxmlformats.org/drawingml/2006/main">
              <a:ext uri="{FF2B5EF4-FFF2-40B4-BE49-F238E27FC236}">
                <a16:creationId xmlns:a16="http://schemas.microsoft.com/office/drawing/2014/main" id="{E5FA4A17-724F-4717-A285-99C1A925D6A3}"/>
              </a:ext>
            </a:extLst>
          </p:cNvPr>
          <p:cNvSpPr>
            <a:spLocks xmlns:a="http://schemas.openxmlformats.org/drawingml/2006/main" noGrp="1"/>
          </p:cNvSpPr>
          <p:nvPr/>
        </p:nvSpPr>
        <p:spPr>
          <a:xfrm xmlns:a="http://schemas.openxmlformats.org/drawingml/2006/main">
            <a:off x="800100" y="1562100"/>
            <a:ext cx="10382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a:solidFill>
                  <a:srgbClr val="45556C"/>
                </a:solidFill>
              </a:defRPr>
            </a:defPPr>
            <a:lvl1pPr>
              <a:defRPr sz="1650">
                <a:solidFill>
                  <a:srgbClr val="45556C"/>
                </a:solidFill>
              </a:defRPr>
            </a:lvl1pPr>
            <a:lvl2pPr>
              <a:defRPr sz="1650">
                <a:solidFill>
                  <a:srgbClr val="45556C"/>
                </a:solidFill>
              </a:defRPr>
            </a:lvl2pPr>
            <a:lvl3pPr>
              <a:defRPr sz="1650">
                <a:solidFill>
                  <a:srgbClr val="45556C"/>
                </a:solidFill>
              </a:defRPr>
            </a:lvl3pPr>
            <a:lvl4pPr>
              <a:defRPr sz="1650">
                <a:solidFill>
                  <a:srgbClr val="45556C"/>
                </a:solidFill>
              </a:defRPr>
            </a:lvl4pPr>
            <a:lvl5pPr>
              <a:defRPr sz="1650">
                <a:solidFill>
                  <a:srgbClr val="45556C"/>
                </a:solidFill>
              </a:defRPr>
            </a:lvl5pPr>
            <a:lvl6pPr>
              <a:defRPr sz="1650">
                <a:solidFill>
                  <a:srgbClr val="45556C"/>
                </a:solidFill>
              </a:defRPr>
            </a:lvl6pPr>
            <a:lvl7pPr>
              <a:defRPr sz="1650">
                <a:solidFill>
                  <a:srgbClr val="45556C"/>
                </a:solidFill>
              </a:defRPr>
            </a:lvl7pPr>
            <a:lvl8pPr>
              <a:defRPr sz="1650">
                <a:solidFill>
                  <a:srgbClr val="45556C"/>
                </a:solidFill>
              </a:defRPr>
            </a:lvl8pPr>
            <a:lvl9pPr>
              <a:defRPr sz="1650">
                <a:solidFill>
                  <a:srgbClr val="45556C"/>
                </a:solidFill>
              </a:defRPr>
            </a:lvl9pPr>
          </a:lstStyle>
          <a:p xmlns:a="http://schemas.openxmlformats.org/drawingml/2006/main">
            <a:pPr>
              <a:defRPr sz="1650">
                <a:solidFill>
                  <a:srgbClr val="45556C"/>
                </a:solidFill>
              </a:defRPr>
            </a:pPr>
            <a:r>
              <a:rPr sz="1650">
                <a:solidFill>
                  <a:srgbClr val="45556C"/>
                </a:solidFill>
              </a:rPr>
              <a:t>A browser-based Streamlit app calls Python functions that read and write SQLite data.</a:t>
            </a:r>
          </a:p>
        </p:txBody>
      </p:sp>
      <p:sp>
        <p:nvSpPr>
          <p:cNvPr id="5" name="">
            <a:extLst xmlns:a="http://schemas.openxmlformats.org/drawingml/2006/main">
              <a:ext uri="{FF2B5EF4-FFF2-40B4-BE49-F238E27FC236}">
                <a16:creationId xmlns:a16="http://schemas.microsoft.com/office/drawing/2014/main" id="{4B3C1ABF-282C-4BA3-8218-F597F3B0C47D}"/>
              </a:ext>
            </a:extLst>
          </p:cNvPr>
          <p:cNvSpPr>
            <a:spLocks xmlns:a="http://schemas.openxmlformats.org/drawingml/2006/main" noGrp="1"/>
          </p:cNvSpPr>
          <p:nvPr/>
        </p:nvSpPr>
        <p:spPr>
          <a:xfrm xmlns:a="http://schemas.openxmlformats.org/drawingml/2006/main">
            <a:off x="876300" y="2571750"/>
            <a:ext cx="2571750" cy="1028700"/>
          </a:xfrm>
          <a:prstGeom xmlns:a="http://schemas.openxmlformats.org/drawingml/2006/main" prst="roundRect">
            <a:avLst>
              <a:gd name="adj" fmla="val 7407"/>
            </a:avLst>
          </a:prstGeom>
          <a:solidFill xmlns:a="http://schemas.openxmlformats.org/drawingml/2006/main">
            <a:srgbClr val="E0E7FF"/>
          </a:solidFill>
          <a:ln xmlns:a="http://schemas.openxmlformats.org/drawingml/2006/main" w="14288">
            <a:solidFill>
              <a:srgbClr val="A3B3FF"/>
            </a:solidFill>
            <a:prstDash val="solid"/>
          </a:ln>
        </p:spPr>
      </p:sp>
      <p:sp>
        <p:nvSpPr>
          <p:cNvPr id="6" name="">
            <a:extLst xmlns:a="http://schemas.openxmlformats.org/drawingml/2006/main">
              <a:ext uri="{FF2B5EF4-FFF2-40B4-BE49-F238E27FC236}">
                <a16:creationId xmlns:a16="http://schemas.microsoft.com/office/drawing/2014/main" id="{64A77E90-6213-4F91-A663-259E3865786E}"/>
              </a:ext>
            </a:extLst>
          </p:cNvPr>
          <p:cNvSpPr>
            <a:spLocks xmlns:a="http://schemas.openxmlformats.org/drawingml/2006/main" noGrp="1"/>
          </p:cNvSpPr>
          <p:nvPr/>
        </p:nvSpPr>
        <p:spPr>
          <a:xfrm xmlns:a="http://schemas.openxmlformats.org/drawingml/2006/main">
            <a:off x="1066800" y="2771775"/>
            <a:ext cx="2190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020618"/>
                </a:solidFill>
              </a:defRPr>
            </a:defPPr>
            <a:lvl1pPr algn="ctr">
              <a:defRPr sz="1725" b="1">
                <a:solidFill>
                  <a:srgbClr val="020618"/>
                </a:solidFill>
              </a:defRPr>
            </a:lvl1pPr>
            <a:lvl2pPr algn="ctr">
              <a:defRPr sz="1725" b="1">
                <a:solidFill>
                  <a:srgbClr val="020618"/>
                </a:solidFill>
              </a:defRPr>
            </a:lvl2pPr>
            <a:lvl3pPr algn="ctr">
              <a:defRPr sz="1725" b="1">
                <a:solidFill>
                  <a:srgbClr val="020618"/>
                </a:solidFill>
              </a:defRPr>
            </a:lvl3pPr>
            <a:lvl4pPr algn="ctr">
              <a:defRPr sz="1725" b="1">
                <a:solidFill>
                  <a:srgbClr val="020618"/>
                </a:solidFill>
              </a:defRPr>
            </a:lvl4pPr>
            <a:lvl5pPr algn="ctr">
              <a:defRPr sz="1725" b="1">
                <a:solidFill>
                  <a:srgbClr val="020618"/>
                </a:solidFill>
              </a:defRPr>
            </a:lvl5pPr>
            <a:lvl6pPr algn="ctr">
              <a:defRPr sz="1725" b="1">
                <a:solidFill>
                  <a:srgbClr val="020618"/>
                </a:solidFill>
              </a:defRPr>
            </a:lvl6pPr>
            <a:lvl7pPr algn="ctr">
              <a:defRPr sz="1725" b="1">
                <a:solidFill>
                  <a:srgbClr val="020618"/>
                </a:solidFill>
              </a:defRPr>
            </a:lvl7pPr>
            <a:lvl8pPr algn="ctr">
              <a:defRPr sz="1725" b="1">
                <a:solidFill>
                  <a:srgbClr val="020618"/>
                </a:solidFill>
              </a:defRPr>
            </a:lvl8pPr>
            <a:lvl9pPr algn="ctr">
              <a:defRPr sz="1725" b="1">
                <a:solidFill>
                  <a:srgbClr val="020618"/>
                </a:solidFill>
              </a:defRPr>
            </a:lvl9pPr>
          </a:lstStyle>
          <a:p xmlns:a="http://schemas.openxmlformats.org/drawingml/2006/main">
            <a:pPr algn="ctr">
              <a:defRPr sz="1725" b="1">
                <a:solidFill>
                  <a:srgbClr val="020618"/>
                </a:solidFill>
              </a:defRPr>
            </a:pPr>
            <a:r>
              <a:rPr sz="1725" b="1">
                <a:solidFill>
                  <a:srgbClr val="020618"/>
                </a:solidFill>
              </a:rPr>
              <a:t>Student</a:t>
            </a:r>
          </a:p>
          <a:p xmlns:a="http://schemas.openxmlformats.org/drawingml/2006/main">
            <a:pPr algn="ctr">
              <a:defRPr sz="1725" b="1">
                <a:solidFill>
                  <a:srgbClr val="020618"/>
                </a:solidFill>
              </a:defRPr>
            </a:pPr>
            <a:r>
              <a:rPr sz="1725" b="1">
                <a:solidFill>
                  <a:srgbClr val="020618"/>
                </a:solidFill>
              </a:rPr>
              <a:t>Streamlit interface</a:t>
            </a:r>
          </a:p>
        </p:txBody>
      </p:sp>
      <p:sp>
        <p:nvSpPr>
          <p:cNvPr id="7" name="">
            <a:extLst xmlns:a="http://schemas.openxmlformats.org/drawingml/2006/main">
              <a:ext uri="{FF2B5EF4-FFF2-40B4-BE49-F238E27FC236}">
                <a16:creationId xmlns:a16="http://schemas.microsoft.com/office/drawing/2014/main" id="{EA5C9015-4482-45A9-975E-F7CF88FBB86C}"/>
              </a:ext>
            </a:extLst>
          </p:cNvPr>
          <p:cNvSpPr>
            <a:spLocks xmlns:a="http://schemas.openxmlformats.org/drawingml/2006/main" noGrp="1"/>
          </p:cNvSpPr>
          <p:nvPr/>
        </p:nvSpPr>
        <p:spPr>
          <a:xfrm xmlns:a="http://schemas.openxmlformats.org/drawingml/2006/main">
            <a:off x="3562350" y="2867025"/>
            <a:ext cx="523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700" b="1">
                <a:solidFill>
                  <a:srgbClr val="009689"/>
                </a:solidFill>
              </a:defRPr>
            </a:defPPr>
            <a:lvl1pPr algn="ctr">
              <a:defRPr sz="2700" b="1">
                <a:solidFill>
                  <a:srgbClr val="009689"/>
                </a:solidFill>
              </a:defRPr>
            </a:lvl1pPr>
            <a:lvl2pPr algn="ctr">
              <a:defRPr sz="2700" b="1">
                <a:solidFill>
                  <a:srgbClr val="009689"/>
                </a:solidFill>
              </a:defRPr>
            </a:lvl2pPr>
            <a:lvl3pPr algn="ctr">
              <a:defRPr sz="2700" b="1">
                <a:solidFill>
                  <a:srgbClr val="009689"/>
                </a:solidFill>
              </a:defRPr>
            </a:lvl3pPr>
            <a:lvl4pPr algn="ctr">
              <a:defRPr sz="2700" b="1">
                <a:solidFill>
                  <a:srgbClr val="009689"/>
                </a:solidFill>
              </a:defRPr>
            </a:lvl4pPr>
            <a:lvl5pPr algn="ctr">
              <a:defRPr sz="2700" b="1">
                <a:solidFill>
                  <a:srgbClr val="009689"/>
                </a:solidFill>
              </a:defRPr>
            </a:lvl5pPr>
            <a:lvl6pPr algn="ctr">
              <a:defRPr sz="2700" b="1">
                <a:solidFill>
                  <a:srgbClr val="009689"/>
                </a:solidFill>
              </a:defRPr>
            </a:lvl6pPr>
            <a:lvl7pPr algn="ctr">
              <a:defRPr sz="2700" b="1">
                <a:solidFill>
                  <a:srgbClr val="009689"/>
                </a:solidFill>
              </a:defRPr>
            </a:lvl7pPr>
            <a:lvl8pPr algn="ctr">
              <a:defRPr sz="2700" b="1">
                <a:solidFill>
                  <a:srgbClr val="009689"/>
                </a:solidFill>
              </a:defRPr>
            </a:lvl8pPr>
            <a:lvl9pPr algn="ctr">
              <a:defRPr sz="2700" b="1">
                <a:solidFill>
                  <a:srgbClr val="009689"/>
                </a:solidFill>
              </a:defRPr>
            </a:lvl9pPr>
          </a:lstStyle>
          <a:p xmlns:a="http://schemas.openxmlformats.org/drawingml/2006/main">
            <a:pPr algn="ctr">
              <a:defRPr sz="2700" b="1">
                <a:solidFill>
                  <a:srgbClr val="009689"/>
                </a:solidFill>
              </a:defRPr>
            </a:pPr>
            <a:r>
              <a:rPr sz="2700" b="1">
                <a:solidFill>
                  <a:srgbClr val="009689"/>
                </a:solidFill>
              </a:rPr>
              <a:t>→</a:t>
            </a:r>
          </a:p>
        </p:txBody>
      </p:sp>
      <p:sp>
        <p:nvSpPr>
          <p:cNvPr id="8" name="">
            <a:extLst xmlns:a="http://schemas.openxmlformats.org/drawingml/2006/main">
              <a:ext uri="{FF2B5EF4-FFF2-40B4-BE49-F238E27FC236}">
                <a16:creationId xmlns:a16="http://schemas.microsoft.com/office/drawing/2014/main" id="{98A6587E-6E49-4681-AAFE-3768B5B5B3E9}"/>
              </a:ext>
            </a:extLst>
          </p:cNvPr>
          <p:cNvSpPr>
            <a:spLocks xmlns:a="http://schemas.openxmlformats.org/drawingml/2006/main" noGrp="1"/>
          </p:cNvSpPr>
          <p:nvPr/>
        </p:nvSpPr>
        <p:spPr>
          <a:xfrm xmlns:a="http://schemas.openxmlformats.org/drawingml/2006/main">
            <a:off x="4181475" y="2571750"/>
            <a:ext cx="33337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14288">
            <a:solidFill>
              <a:srgbClr val="CAD5E2"/>
            </a:solidFill>
            <a:prstDash val="solid"/>
          </a:ln>
        </p:spPr>
      </p:sp>
      <p:sp>
        <p:nvSpPr>
          <p:cNvPr id="9" name="">
            <a:extLst xmlns:a="http://schemas.openxmlformats.org/drawingml/2006/main">
              <a:ext uri="{FF2B5EF4-FFF2-40B4-BE49-F238E27FC236}">
                <a16:creationId xmlns:a16="http://schemas.microsoft.com/office/drawing/2014/main" id="{E07A47A4-99B8-44A0-8ECD-E5471ACFC004}"/>
              </a:ext>
            </a:extLst>
          </p:cNvPr>
          <p:cNvSpPr>
            <a:spLocks xmlns:a="http://schemas.openxmlformats.org/drawingml/2006/main" noGrp="1"/>
          </p:cNvSpPr>
          <p:nvPr/>
        </p:nvSpPr>
        <p:spPr>
          <a:xfrm xmlns:a="http://schemas.openxmlformats.org/drawingml/2006/main">
            <a:off x="4371975" y="2762250"/>
            <a:ext cx="295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75" b="1">
                <a:solidFill>
                  <a:srgbClr val="020618"/>
                </a:solidFill>
              </a:defRPr>
            </a:defPPr>
            <a:lvl1pPr algn="ctr">
              <a:defRPr sz="1575" b="1">
                <a:solidFill>
                  <a:srgbClr val="020618"/>
                </a:solidFill>
              </a:defRPr>
            </a:lvl1pPr>
            <a:lvl2pPr algn="ctr">
              <a:defRPr sz="1575" b="1">
                <a:solidFill>
                  <a:srgbClr val="020618"/>
                </a:solidFill>
              </a:defRPr>
            </a:lvl2pPr>
            <a:lvl3pPr algn="ctr">
              <a:defRPr sz="1575" b="1">
                <a:solidFill>
                  <a:srgbClr val="020618"/>
                </a:solidFill>
              </a:defRPr>
            </a:lvl3pPr>
            <a:lvl4pPr algn="ctr">
              <a:defRPr sz="1575" b="1">
                <a:solidFill>
                  <a:srgbClr val="020618"/>
                </a:solidFill>
              </a:defRPr>
            </a:lvl4pPr>
            <a:lvl5pPr algn="ctr">
              <a:defRPr sz="1575" b="1">
                <a:solidFill>
                  <a:srgbClr val="020618"/>
                </a:solidFill>
              </a:defRPr>
            </a:lvl5pPr>
            <a:lvl6pPr algn="ctr">
              <a:defRPr sz="1575" b="1">
                <a:solidFill>
                  <a:srgbClr val="020618"/>
                </a:solidFill>
              </a:defRPr>
            </a:lvl6pPr>
            <a:lvl7pPr algn="ctr">
              <a:defRPr sz="1575" b="1">
                <a:solidFill>
                  <a:srgbClr val="020618"/>
                </a:solidFill>
              </a:defRPr>
            </a:lvl7pPr>
            <a:lvl8pPr algn="ctr">
              <a:defRPr sz="1575" b="1">
                <a:solidFill>
                  <a:srgbClr val="020618"/>
                </a:solidFill>
              </a:defRPr>
            </a:lvl8pPr>
            <a:lvl9pPr algn="ctr">
              <a:defRPr sz="1575" b="1">
                <a:solidFill>
                  <a:srgbClr val="020618"/>
                </a:solidFill>
              </a:defRPr>
            </a:lvl9pPr>
          </a:lstStyle>
          <a:p xmlns:a="http://schemas.openxmlformats.org/drawingml/2006/main">
            <a:pPr algn="ctr">
              <a:defRPr sz="1575" b="1">
                <a:solidFill>
                  <a:srgbClr val="020618"/>
                </a:solidFill>
              </a:defRPr>
            </a:pPr>
            <a:r>
              <a:rPr sz="1575" b="1">
                <a:solidFill>
                  <a:srgbClr val="020618"/>
                </a:solidFill>
              </a:rPr>
              <a:t>Python application logic</a:t>
            </a:r>
          </a:p>
          <a:p xmlns:a="http://schemas.openxmlformats.org/drawingml/2006/main">
            <a:pPr algn="ctr">
              <a:defRPr sz="1575" b="1">
                <a:solidFill>
                  <a:srgbClr val="020618"/>
                </a:solidFill>
              </a:defRPr>
            </a:pPr>
            <a:r>
              <a:rPr sz="1575" b="1">
                <a:solidFill>
                  <a:srgbClr val="020618"/>
                </a:solidFill>
              </a:rPr>
              <a:t>Login · questions · scoring · progress</a:t>
            </a:r>
          </a:p>
        </p:txBody>
      </p:sp>
      <p:sp>
        <p:nvSpPr>
          <p:cNvPr id="10" name="">
            <a:extLst xmlns:a="http://schemas.openxmlformats.org/drawingml/2006/main">
              <a:ext uri="{FF2B5EF4-FFF2-40B4-BE49-F238E27FC236}">
                <a16:creationId xmlns:a16="http://schemas.microsoft.com/office/drawing/2014/main" id="{FF595CA2-0128-4F1E-A158-0FA6003779C3}"/>
              </a:ext>
            </a:extLst>
          </p:cNvPr>
          <p:cNvSpPr>
            <a:spLocks xmlns:a="http://schemas.openxmlformats.org/drawingml/2006/main" noGrp="1"/>
          </p:cNvSpPr>
          <p:nvPr/>
        </p:nvSpPr>
        <p:spPr>
          <a:xfrm xmlns:a="http://schemas.openxmlformats.org/drawingml/2006/main">
            <a:off x="7620000" y="2867025"/>
            <a:ext cx="523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700" b="1">
                <a:solidFill>
                  <a:srgbClr val="009689"/>
                </a:solidFill>
              </a:defRPr>
            </a:defPPr>
            <a:lvl1pPr algn="ctr">
              <a:defRPr sz="2700" b="1">
                <a:solidFill>
                  <a:srgbClr val="009689"/>
                </a:solidFill>
              </a:defRPr>
            </a:lvl1pPr>
            <a:lvl2pPr algn="ctr">
              <a:defRPr sz="2700" b="1">
                <a:solidFill>
                  <a:srgbClr val="009689"/>
                </a:solidFill>
              </a:defRPr>
            </a:lvl2pPr>
            <a:lvl3pPr algn="ctr">
              <a:defRPr sz="2700" b="1">
                <a:solidFill>
                  <a:srgbClr val="009689"/>
                </a:solidFill>
              </a:defRPr>
            </a:lvl3pPr>
            <a:lvl4pPr algn="ctr">
              <a:defRPr sz="2700" b="1">
                <a:solidFill>
                  <a:srgbClr val="009689"/>
                </a:solidFill>
              </a:defRPr>
            </a:lvl4pPr>
            <a:lvl5pPr algn="ctr">
              <a:defRPr sz="2700" b="1">
                <a:solidFill>
                  <a:srgbClr val="009689"/>
                </a:solidFill>
              </a:defRPr>
            </a:lvl5pPr>
            <a:lvl6pPr algn="ctr">
              <a:defRPr sz="2700" b="1">
                <a:solidFill>
                  <a:srgbClr val="009689"/>
                </a:solidFill>
              </a:defRPr>
            </a:lvl6pPr>
            <a:lvl7pPr algn="ctr">
              <a:defRPr sz="2700" b="1">
                <a:solidFill>
                  <a:srgbClr val="009689"/>
                </a:solidFill>
              </a:defRPr>
            </a:lvl7pPr>
            <a:lvl8pPr algn="ctr">
              <a:defRPr sz="2700" b="1">
                <a:solidFill>
                  <a:srgbClr val="009689"/>
                </a:solidFill>
              </a:defRPr>
            </a:lvl8pPr>
            <a:lvl9pPr algn="ctr">
              <a:defRPr sz="2700" b="1">
                <a:solidFill>
                  <a:srgbClr val="009689"/>
                </a:solidFill>
              </a:defRPr>
            </a:lvl9pPr>
          </a:lstStyle>
          <a:p xmlns:a="http://schemas.openxmlformats.org/drawingml/2006/main">
            <a:pPr algn="ctr">
              <a:defRPr sz="2700" b="1">
                <a:solidFill>
                  <a:srgbClr val="009689"/>
                </a:solidFill>
              </a:defRPr>
            </a:pPr>
            <a:r>
              <a:rPr sz="2700" b="1">
                <a:solidFill>
                  <a:srgbClr val="009689"/>
                </a:solidFill>
              </a:rPr>
              <a:t>→</a:t>
            </a:r>
          </a:p>
        </p:txBody>
      </p:sp>
      <p:sp>
        <p:nvSpPr>
          <p:cNvPr id="11" name="">
            <a:extLst xmlns:a="http://schemas.openxmlformats.org/drawingml/2006/main">
              <a:ext uri="{FF2B5EF4-FFF2-40B4-BE49-F238E27FC236}">
                <a16:creationId xmlns:a16="http://schemas.microsoft.com/office/drawing/2014/main" id="{07C3E1F5-E9C6-402C-B88E-F0E18BDB8945}"/>
              </a:ext>
            </a:extLst>
          </p:cNvPr>
          <p:cNvSpPr>
            <a:spLocks xmlns:a="http://schemas.openxmlformats.org/drawingml/2006/main" noGrp="1"/>
          </p:cNvSpPr>
          <p:nvPr/>
        </p:nvSpPr>
        <p:spPr>
          <a:xfrm xmlns:a="http://schemas.openxmlformats.org/drawingml/2006/main">
            <a:off x="8267700" y="2571750"/>
            <a:ext cx="2857500" cy="1028700"/>
          </a:xfrm>
          <a:prstGeom xmlns:a="http://schemas.openxmlformats.org/drawingml/2006/main" prst="roundRect">
            <a:avLst>
              <a:gd name="adj" fmla="val 7407"/>
            </a:avLst>
          </a:prstGeom>
          <a:solidFill xmlns:a="http://schemas.openxmlformats.org/drawingml/2006/main">
            <a:srgbClr val="CBFBF1"/>
          </a:solidFill>
          <a:ln xmlns:a="http://schemas.openxmlformats.org/drawingml/2006/main" w="14288">
            <a:solidFill>
              <a:srgbClr val="46ECD5"/>
            </a:solidFill>
            <a:prstDash val="solid"/>
          </a:ln>
        </p:spPr>
      </p:sp>
      <p:sp>
        <p:nvSpPr>
          <p:cNvPr id="12" name="">
            <a:extLst xmlns:a="http://schemas.openxmlformats.org/drawingml/2006/main">
              <a:ext uri="{FF2B5EF4-FFF2-40B4-BE49-F238E27FC236}">
                <a16:creationId xmlns:a16="http://schemas.microsoft.com/office/drawing/2014/main" id="{ABC1F093-3E85-4CDF-9F60-E5C4B0358411}"/>
              </a:ext>
            </a:extLst>
          </p:cNvPr>
          <p:cNvSpPr>
            <a:spLocks xmlns:a="http://schemas.openxmlformats.org/drawingml/2006/main" noGrp="1"/>
          </p:cNvSpPr>
          <p:nvPr/>
        </p:nvSpPr>
        <p:spPr>
          <a:xfrm xmlns:a="http://schemas.openxmlformats.org/drawingml/2006/main">
            <a:off x="8467725" y="2762250"/>
            <a:ext cx="2457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650" b="1">
                <a:solidFill>
                  <a:srgbClr val="020618"/>
                </a:solidFill>
              </a:defRPr>
            </a:defPPr>
            <a:lvl1pPr algn="ctr">
              <a:defRPr sz="1650" b="1">
                <a:solidFill>
                  <a:srgbClr val="020618"/>
                </a:solidFill>
              </a:defRPr>
            </a:lvl1pPr>
            <a:lvl2pPr algn="ctr">
              <a:defRPr sz="1650" b="1">
                <a:solidFill>
                  <a:srgbClr val="020618"/>
                </a:solidFill>
              </a:defRPr>
            </a:lvl2pPr>
            <a:lvl3pPr algn="ctr">
              <a:defRPr sz="1650" b="1">
                <a:solidFill>
                  <a:srgbClr val="020618"/>
                </a:solidFill>
              </a:defRPr>
            </a:lvl3pPr>
            <a:lvl4pPr algn="ctr">
              <a:defRPr sz="1650" b="1">
                <a:solidFill>
                  <a:srgbClr val="020618"/>
                </a:solidFill>
              </a:defRPr>
            </a:lvl4pPr>
            <a:lvl5pPr algn="ctr">
              <a:defRPr sz="1650" b="1">
                <a:solidFill>
                  <a:srgbClr val="020618"/>
                </a:solidFill>
              </a:defRPr>
            </a:lvl5pPr>
            <a:lvl6pPr algn="ctr">
              <a:defRPr sz="1650" b="1">
                <a:solidFill>
                  <a:srgbClr val="020618"/>
                </a:solidFill>
              </a:defRPr>
            </a:lvl6pPr>
            <a:lvl7pPr algn="ctr">
              <a:defRPr sz="1650" b="1">
                <a:solidFill>
                  <a:srgbClr val="020618"/>
                </a:solidFill>
              </a:defRPr>
            </a:lvl7pPr>
            <a:lvl8pPr algn="ctr">
              <a:defRPr sz="1650" b="1">
                <a:solidFill>
                  <a:srgbClr val="020618"/>
                </a:solidFill>
              </a:defRPr>
            </a:lvl8pPr>
            <a:lvl9pPr algn="ctr">
              <a:defRPr sz="1650" b="1">
                <a:solidFill>
                  <a:srgbClr val="020618"/>
                </a:solidFill>
              </a:defRPr>
            </a:lvl9pPr>
          </a:lstStyle>
          <a:p xmlns:a="http://schemas.openxmlformats.org/drawingml/2006/main">
            <a:pPr algn="ctr">
              <a:defRPr sz="1650" b="1">
                <a:solidFill>
                  <a:srgbClr val="020618"/>
                </a:solidFill>
              </a:defRPr>
            </a:pPr>
            <a:r>
              <a:rPr sz="1650" b="1">
                <a:solidFill>
                  <a:srgbClr val="020618"/>
                </a:solidFill>
              </a:rPr>
              <a:t>SQLite database</a:t>
            </a:r>
          </a:p>
          <a:p xmlns:a="http://schemas.openxmlformats.org/drawingml/2006/main">
            <a:pPr algn="ctr">
              <a:defRPr sz="1650" b="1">
                <a:solidFill>
                  <a:srgbClr val="020618"/>
                </a:solidFill>
              </a:defRPr>
            </a:pPr>
            <a:r>
              <a:rPr sz="1650" b="1">
                <a:solidFill>
                  <a:srgbClr val="020618"/>
                </a:solidFill>
              </a:rPr>
              <a:t>Accounts · MCQs · scores</a:t>
            </a:r>
          </a:p>
        </p:txBody>
      </p:sp>
      <p:sp>
        <p:nvSpPr>
          <p:cNvPr id="13" name="">
            <a:extLst xmlns:a="http://schemas.openxmlformats.org/drawingml/2006/main">
              <a:ext uri="{FF2B5EF4-FFF2-40B4-BE49-F238E27FC236}">
                <a16:creationId xmlns:a16="http://schemas.microsoft.com/office/drawing/2014/main" id="{2D9145CA-77F1-493C-84BD-246F3E1EFF6D}"/>
              </a:ext>
            </a:extLst>
          </p:cNvPr>
          <p:cNvSpPr>
            <a:spLocks xmlns:a="http://schemas.openxmlformats.org/drawingml/2006/main" noGrp="1"/>
          </p:cNvSpPr>
          <p:nvPr/>
        </p:nvSpPr>
        <p:spPr>
          <a:xfrm xmlns:a="http://schemas.openxmlformats.org/drawingml/2006/main">
            <a:off x="4267200" y="4152900"/>
            <a:ext cx="361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425" b="1">
                <a:solidFill>
                  <a:srgbClr val="45556C"/>
                </a:solidFill>
              </a:defRPr>
            </a:defPPr>
            <a:lvl1pPr algn="ctr">
              <a:defRPr sz="1425" b="1">
                <a:solidFill>
                  <a:srgbClr val="45556C"/>
                </a:solidFill>
              </a:defRPr>
            </a:lvl1pPr>
            <a:lvl2pPr algn="ctr">
              <a:defRPr sz="1425" b="1">
                <a:solidFill>
                  <a:srgbClr val="45556C"/>
                </a:solidFill>
              </a:defRPr>
            </a:lvl2pPr>
            <a:lvl3pPr algn="ctr">
              <a:defRPr sz="1425" b="1">
                <a:solidFill>
                  <a:srgbClr val="45556C"/>
                </a:solidFill>
              </a:defRPr>
            </a:lvl3pPr>
            <a:lvl4pPr algn="ctr">
              <a:defRPr sz="1425" b="1">
                <a:solidFill>
                  <a:srgbClr val="45556C"/>
                </a:solidFill>
              </a:defRPr>
            </a:lvl4pPr>
            <a:lvl5pPr algn="ctr">
              <a:defRPr sz="1425" b="1">
                <a:solidFill>
                  <a:srgbClr val="45556C"/>
                </a:solidFill>
              </a:defRPr>
            </a:lvl5pPr>
            <a:lvl6pPr algn="ctr">
              <a:defRPr sz="1425" b="1">
                <a:solidFill>
                  <a:srgbClr val="45556C"/>
                </a:solidFill>
              </a:defRPr>
            </a:lvl6pPr>
            <a:lvl7pPr algn="ctr">
              <a:defRPr sz="1425" b="1">
                <a:solidFill>
                  <a:srgbClr val="45556C"/>
                </a:solidFill>
              </a:defRPr>
            </a:lvl7pPr>
            <a:lvl8pPr algn="ctr">
              <a:defRPr sz="1425" b="1">
                <a:solidFill>
                  <a:srgbClr val="45556C"/>
                </a:solidFill>
              </a:defRPr>
            </a:lvl8pPr>
            <a:lvl9pPr algn="ctr">
              <a:defRPr sz="1425" b="1">
                <a:solidFill>
                  <a:srgbClr val="45556C"/>
                </a:solidFill>
              </a:defRPr>
            </a:lvl9pPr>
          </a:lstStyle>
          <a:p xmlns:a="http://schemas.openxmlformats.org/drawingml/2006/main">
            <a:pPr algn="ctr">
              <a:defRPr sz="1425" b="1">
                <a:solidFill>
                  <a:srgbClr val="45556C"/>
                </a:solidFill>
              </a:defRPr>
            </a:pPr>
            <a:r>
              <a:rPr sz="1425" b="1">
                <a:solidFill>
                  <a:srgbClr val="45556C"/>
                </a:solidFill>
              </a:rPr>
              <a:t>External services called by Python</a:t>
            </a:r>
          </a:p>
        </p:txBody>
      </p:sp>
      <p:sp>
        <p:nvSpPr>
          <p:cNvPr id="14" name="">
            <a:extLst xmlns:a="http://schemas.openxmlformats.org/drawingml/2006/main">
              <a:ext uri="{FF2B5EF4-FFF2-40B4-BE49-F238E27FC236}">
                <a16:creationId xmlns:a16="http://schemas.microsoft.com/office/drawing/2014/main" id="{75D84793-3BEA-4772-84A6-21AFB3EAA95E}"/>
              </a:ext>
            </a:extLst>
          </p:cNvPr>
          <p:cNvSpPr>
            <a:spLocks xmlns:a="http://schemas.openxmlformats.org/drawingml/2006/main" noGrp="1"/>
          </p:cNvSpPr>
          <p:nvPr/>
        </p:nvSpPr>
        <p:spPr>
          <a:xfrm xmlns:a="http://schemas.openxmlformats.org/drawingml/2006/main">
            <a:off x="1619250" y="4819650"/>
            <a:ext cx="371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75">
                <a:solidFill>
                  <a:srgbClr val="432DD7"/>
                </a:solidFill>
              </a:defRPr>
            </a:defPPr>
            <a:lvl1pPr algn="ctr">
              <a:defRPr sz="1575">
                <a:solidFill>
                  <a:srgbClr val="432DD7"/>
                </a:solidFill>
              </a:defRPr>
            </a:lvl1pPr>
            <a:lvl2pPr algn="ctr">
              <a:defRPr sz="1575">
                <a:solidFill>
                  <a:srgbClr val="432DD7"/>
                </a:solidFill>
              </a:defRPr>
            </a:lvl2pPr>
            <a:lvl3pPr algn="ctr">
              <a:defRPr sz="1575">
                <a:solidFill>
                  <a:srgbClr val="432DD7"/>
                </a:solidFill>
              </a:defRPr>
            </a:lvl3pPr>
            <a:lvl4pPr algn="ctr">
              <a:defRPr sz="1575">
                <a:solidFill>
                  <a:srgbClr val="432DD7"/>
                </a:solidFill>
              </a:defRPr>
            </a:lvl4pPr>
            <a:lvl5pPr algn="ctr">
              <a:defRPr sz="1575">
                <a:solidFill>
                  <a:srgbClr val="432DD7"/>
                </a:solidFill>
              </a:defRPr>
            </a:lvl5pPr>
            <a:lvl6pPr algn="ctr">
              <a:defRPr sz="1575">
                <a:solidFill>
                  <a:srgbClr val="432DD7"/>
                </a:solidFill>
              </a:defRPr>
            </a:lvl6pPr>
            <a:lvl7pPr algn="ctr">
              <a:defRPr sz="1575">
                <a:solidFill>
                  <a:srgbClr val="432DD7"/>
                </a:solidFill>
              </a:defRPr>
            </a:lvl7pPr>
            <a:lvl8pPr algn="ctr">
              <a:defRPr sz="1575">
                <a:solidFill>
                  <a:srgbClr val="432DD7"/>
                </a:solidFill>
              </a:defRPr>
            </a:lvl8pPr>
            <a:lvl9pPr algn="ctr">
              <a:defRPr sz="1575">
                <a:solidFill>
                  <a:srgbClr val="432DD7"/>
                </a:solidFill>
              </a:defRPr>
            </a:lvl9pPr>
          </a:lstStyle>
          <a:p xmlns:a="http://schemas.openxmlformats.org/drawingml/2006/main">
            <a:pPr algn="ctr">
              <a:defRPr sz="1575">
                <a:solidFill>
                  <a:srgbClr val="432DD7"/>
                </a:solidFill>
              </a:defRPr>
            </a:pPr>
            <a:r>
              <a:rPr sz="1575">
                <a:solidFill>
                  <a:srgbClr val="432DD7"/>
                </a:solidFill>
              </a:rPr>
              <a:t>Brevo  ·  signup email codes</a:t>
            </a:r>
          </a:p>
        </p:txBody>
      </p:sp>
      <p:sp>
        <p:nvSpPr>
          <p:cNvPr id="15" name="">
            <a:extLst xmlns:a="http://schemas.openxmlformats.org/drawingml/2006/main">
              <a:ext uri="{FF2B5EF4-FFF2-40B4-BE49-F238E27FC236}">
                <a16:creationId xmlns:a16="http://schemas.microsoft.com/office/drawing/2014/main" id="{3C4C4827-C2F1-4252-8E12-C719E83593F1}"/>
              </a:ext>
            </a:extLst>
          </p:cNvPr>
          <p:cNvSpPr>
            <a:spLocks xmlns:a="http://schemas.openxmlformats.org/drawingml/2006/main" noGrp="1"/>
          </p:cNvSpPr>
          <p:nvPr/>
        </p:nvSpPr>
        <p:spPr>
          <a:xfrm xmlns:a="http://schemas.openxmlformats.org/drawingml/2006/main">
            <a:off x="6572250" y="4819650"/>
            <a:ext cx="371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75">
                <a:solidFill>
                  <a:srgbClr val="432DD7"/>
                </a:solidFill>
              </a:defRPr>
            </a:defPPr>
            <a:lvl1pPr algn="ctr">
              <a:defRPr sz="1575">
                <a:solidFill>
                  <a:srgbClr val="432DD7"/>
                </a:solidFill>
              </a:defRPr>
            </a:lvl1pPr>
            <a:lvl2pPr algn="ctr">
              <a:defRPr sz="1575">
                <a:solidFill>
                  <a:srgbClr val="432DD7"/>
                </a:solidFill>
              </a:defRPr>
            </a:lvl2pPr>
            <a:lvl3pPr algn="ctr">
              <a:defRPr sz="1575">
                <a:solidFill>
                  <a:srgbClr val="432DD7"/>
                </a:solidFill>
              </a:defRPr>
            </a:lvl3pPr>
            <a:lvl4pPr algn="ctr">
              <a:defRPr sz="1575">
                <a:solidFill>
                  <a:srgbClr val="432DD7"/>
                </a:solidFill>
              </a:defRPr>
            </a:lvl4pPr>
            <a:lvl5pPr algn="ctr">
              <a:defRPr sz="1575">
                <a:solidFill>
                  <a:srgbClr val="432DD7"/>
                </a:solidFill>
              </a:defRPr>
            </a:lvl5pPr>
            <a:lvl6pPr algn="ctr">
              <a:defRPr sz="1575">
                <a:solidFill>
                  <a:srgbClr val="432DD7"/>
                </a:solidFill>
              </a:defRPr>
            </a:lvl6pPr>
            <a:lvl7pPr algn="ctr">
              <a:defRPr sz="1575">
                <a:solidFill>
                  <a:srgbClr val="432DD7"/>
                </a:solidFill>
              </a:defRPr>
            </a:lvl7pPr>
            <a:lvl8pPr algn="ctr">
              <a:defRPr sz="1575">
                <a:solidFill>
                  <a:srgbClr val="432DD7"/>
                </a:solidFill>
              </a:defRPr>
            </a:lvl8pPr>
            <a:lvl9pPr algn="ctr">
              <a:defRPr sz="1575">
                <a:solidFill>
                  <a:srgbClr val="432DD7"/>
                </a:solidFill>
              </a:defRPr>
            </a:lvl9pPr>
          </a:lstStyle>
          <a:p xmlns:a="http://schemas.openxmlformats.org/drawingml/2006/main">
            <a:pPr algn="ctr">
              <a:defRPr sz="1575">
                <a:solidFill>
                  <a:srgbClr val="432DD7"/>
                </a:solidFill>
              </a:defRPr>
            </a:pPr>
            <a:r>
              <a:rPr sz="1575">
                <a:solidFill>
                  <a:srgbClr val="432DD7"/>
                </a:solidFill>
              </a:rPr>
              <a:t>Ollama  ·  local AI feedback</a:t>
            </a:r>
          </a:p>
        </p:txBody>
      </p:sp>
    </p:spTree>
    <p:extLst>
      <p:ext uri="{BB962C8B-B14F-4D97-AF65-F5344CB8AC3E}">
        <p14:creationId xmlns:p14="http://schemas.microsoft.com/office/powerpoint/2010/main" val="831767309"/>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05263FA-D355-42CF-9E60-DE2F84E046FF}"/>
              </a:ext>
            </a:extLst>
          </p:cNvPr>
          <p:cNvSpPr>
            <a:spLocks xmlns:a="http://schemas.openxmlformats.org/drawingml/2006/main" noGrp="1"/>
          </p:cNvSpPr>
          <p:nvPr/>
        </p:nvSpPr>
        <p:spPr>
          <a:xfrm xmlns:a="http://schemas.openxmlformats.org/drawingml/2006/main">
            <a:off x="704850" y="5143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020618"/>
                </a:solidFill>
              </a:defRPr>
            </a:defPPr>
            <a:lvl1pPr>
              <a:defRPr sz="3150" b="1">
                <a:solidFill>
                  <a:srgbClr val="020618"/>
                </a:solidFill>
              </a:defRPr>
            </a:lvl1pPr>
            <a:lvl2pPr>
              <a:defRPr sz="3150" b="1">
                <a:solidFill>
                  <a:srgbClr val="020618"/>
                </a:solidFill>
              </a:defRPr>
            </a:lvl2pPr>
            <a:lvl3pPr>
              <a:defRPr sz="3150" b="1">
                <a:solidFill>
                  <a:srgbClr val="020618"/>
                </a:solidFill>
              </a:defRPr>
            </a:lvl3pPr>
            <a:lvl4pPr>
              <a:defRPr sz="3150" b="1">
                <a:solidFill>
                  <a:srgbClr val="020618"/>
                </a:solidFill>
              </a:defRPr>
            </a:lvl4pPr>
            <a:lvl5pPr>
              <a:defRPr sz="3150" b="1">
                <a:solidFill>
                  <a:srgbClr val="020618"/>
                </a:solidFill>
              </a:defRPr>
            </a:lvl5pPr>
            <a:lvl6pPr>
              <a:defRPr sz="3150" b="1">
                <a:solidFill>
                  <a:srgbClr val="020618"/>
                </a:solidFill>
              </a:defRPr>
            </a:lvl6pPr>
            <a:lvl7pPr>
              <a:defRPr sz="3150" b="1">
                <a:solidFill>
                  <a:srgbClr val="020618"/>
                </a:solidFill>
              </a:defRPr>
            </a:lvl7pPr>
            <a:lvl8pPr>
              <a:defRPr sz="3150" b="1">
                <a:solidFill>
                  <a:srgbClr val="020618"/>
                </a:solidFill>
              </a:defRPr>
            </a:lvl8pPr>
            <a:lvl9pPr>
              <a:defRPr sz="3150" b="1">
                <a:solidFill>
                  <a:srgbClr val="020618"/>
                </a:solidFill>
              </a:defRPr>
            </a:lvl9pPr>
          </a:lstStyle>
          <a:p xmlns:a="http://schemas.openxmlformats.org/drawingml/2006/main">
            <a:pPr>
              <a:defRPr sz="3150" b="1">
                <a:solidFill>
                  <a:srgbClr val="020618"/>
                </a:solidFill>
              </a:defRPr>
            </a:pPr>
            <a:r>
              <a:rPr sz="3150" b="1">
                <a:solidFill>
                  <a:srgbClr val="020618"/>
                </a:solidFill>
              </a:rPr>
              <a:t>Database design</a:t>
            </a:r>
          </a:p>
        </p:txBody>
      </p:sp>
      <p:sp>
        <p:nvSpPr>
          <p:cNvPr id="2" name="">
            <a:extLst xmlns:a="http://schemas.openxmlformats.org/drawingml/2006/main">
              <a:ext uri="{FF2B5EF4-FFF2-40B4-BE49-F238E27FC236}">
                <a16:creationId xmlns:a16="http://schemas.microsoft.com/office/drawing/2014/main" id="{20BAF6FE-1ABB-4996-99F3-822F71FD3307}"/>
              </a:ext>
            </a:extLst>
          </p:cNvPr>
          <p:cNvSpPr>
            <a:spLocks xmlns:a="http://schemas.openxmlformats.org/drawingml/2006/main" noGrp="1"/>
          </p:cNvSpPr>
          <p:nvPr/>
        </p:nvSpPr>
        <p:spPr>
          <a:xfrm xmlns:a="http://schemas.openxmlformats.org/drawingml/2006/main">
            <a:off x="723900" y="1209675"/>
            <a:ext cx="552450" cy="47625"/>
          </a:xfrm>
          <a:prstGeom xmlns:a="http://schemas.openxmlformats.org/drawingml/2006/main" prst="rect">
            <a:avLst/>
          </a:prstGeom>
          <a:solidFill xmlns:a="http://schemas.openxmlformats.org/drawingml/2006/main">
            <a:srgbClr val="432DD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92C976C-122D-41AA-83D7-210AB101E6BE}"/>
              </a:ext>
            </a:extLst>
          </p:cNvPr>
          <p:cNvSpPr>
            <a:spLocks xmlns:a="http://schemas.openxmlformats.org/drawingml/2006/main" noGrp="1"/>
          </p:cNvSpPr>
          <p:nvPr/>
        </p:nvSpPr>
        <p:spPr>
          <a:xfrm xmlns:a="http://schemas.openxmlformats.org/drawingml/2006/main">
            <a:off x="10953750" y="5905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200" b="1">
                <a:solidFill>
                  <a:srgbClr val="45556C"/>
                </a:solidFill>
              </a:defRPr>
            </a:defPPr>
            <a:lvl1pPr algn="r">
              <a:defRPr sz="1200" b="1">
                <a:solidFill>
                  <a:srgbClr val="45556C"/>
                </a:solidFill>
              </a:defRPr>
            </a:lvl1pPr>
            <a:lvl2pPr algn="r">
              <a:defRPr sz="1200" b="1">
                <a:solidFill>
                  <a:srgbClr val="45556C"/>
                </a:solidFill>
              </a:defRPr>
            </a:lvl2pPr>
            <a:lvl3pPr algn="r">
              <a:defRPr sz="1200" b="1">
                <a:solidFill>
                  <a:srgbClr val="45556C"/>
                </a:solidFill>
              </a:defRPr>
            </a:lvl3pPr>
            <a:lvl4pPr algn="r">
              <a:defRPr sz="1200" b="1">
                <a:solidFill>
                  <a:srgbClr val="45556C"/>
                </a:solidFill>
              </a:defRPr>
            </a:lvl4pPr>
            <a:lvl5pPr algn="r">
              <a:defRPr sz="1200" b="1">
                <a:solidFill>
                  <a:srgbClr val="45556C"/>
                </a:solidFill>
              </a:defRPr>
            </a:lvl5pPr>
            <a:lvl6pPr algn="r">
              <a:defRPr sz="1200" b="1">
                <a:solidFill>
                  <a:srgbClr val="45556C"/>
                </a:solidFill>
              </a:defRPr>
            </a:lvl6pPr>
            <a:lvl7pPr algn="r">
              <a:defRPr sz="1200" b="1">
                <a:solidFill>
                  <a:srgbClr val="45556C"/>
                </a:solidFill>
              </a:defRPr>
            </a:lvl7pPr>
            <a:lvl8pPr algn="r">
              <a:defRPr sz="1200" b="1">
                <a:solidFill>
                  <a:srgbClr val="45556C"/>
                </a:solidFill>
              </a:defRPr>
            </a:lvl8pPr>
            <a:lvl9pPr algn="r">
              <a:defRPr sz="1200" b="1">
                <a:solidFill>
                  <a:srgbClr val="45556C"/>
                </a:solidFill>
              </a:defRPr>
            </a:lvl9pPr>
          </a:lstStyle>
          <a:p xmlns:a="http://schemas.openxmlformats.org/drawingml/2006/main">
            <a:pPr algn="r">
              <a:defRPr sz="1200" b="1">
                <a:solidFill>
                  <a:srgbClr val="45556C"/>
                </a:solidFill>
              </a:defRPr>
            </a:pPr>
            <a:r>
              <a:rPr sz="1200" b="1">
                <a:solidFill>
                  <a:srgbClr val="45556C"/>
                </a:solidFill>
              </a:rPr>
              <a:t>05</a:t>
            </a:r>
          </a:p>
        </p:txBody>
      </p:sp>
      <p:sp>
        <p:nvSpPr>
          <p:cNvPr id="4" name="">
            <a:extLst xmlns:a="http://schemas.openxmlformats.org/drawingml/2006/main">
              <a:ext uri="{FF2B5EF4-FFF2-40B4-BE49-F238E27FC236}">
                <a16:creationId xmlns:a16="http://schemas.microsoft.com/office/drawing/2014/main" id="{75AD3812-E7F7-4327-93DD-A218256AB66E}"/>
              </a:ext>
            </a:extLst>
          </p:cNvPr>
          <p:cNvSpPr>
            <a:spLocks xmlns:a="http://schemas.openxmlformats.org/drawingml/2006/main" noGrp="1"/>
          </p:cNvSpPr>
          <p:nvPr/>
        </p:nvSpPr>
        <p:spPr>
          <a:xfrm xmlns:a="http://schemas.openxmlformats.org/drawingml/2006/main">
            <a:off x="1066800" y="1733550"/>
            <a:ext cx="2095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432DD7"/>
                </a:solidFill>
              </a:defRPr>
            </a:defPPr>
            <a:lvl1pPr>
              <a:defRPr sz="1875" b="1">
                <a:solidFill>
                  <a:srgbClr val="432DD7"/>
                </a:solidFill>
              </a:defRPr>
            </a:lvl1pPr>
            <a:lvl2pPr>
              <a:defRPr sz="1875" b="1">
                <a:solidFill>
                  <a:srgbClr val="432DD7"/>
                </a:solidFill>
              </a:defRPr>
            </a:lvl2pPr>
            <a:lvl3pPr>
              <a:defRPr sz="1875" b="1">
                <a:solidFill>
                  <a:srgbClr val="432DD7"/>
                </a:solidFill>
              </a:defRPr>
            </a:lvl3pPr>
            <a:lvl4pPr>
              <a:defRPr sz="1875" b="1">
                <a:solidFill>
                  <a:srgbClr val="432DD7"/>
                </a:solidFill>
              </a:defRPr>
            </a:lvl4pPr>
            <a:lvl5pPr>
              <a:defRPr sz="1875" b="1">
                <a:solidFill>
                  <a:srgbClr val="432DD7"/>
                </a:solidFill>
              </a:defRPr>
            </a:lvl5pPr>
            <a:lvl6pPr>
              <a:defRPr sz="1875" b="1">
                <a:solidFill>
                  <a:srgbClr val="432DD7"/>
                </a:solidFill>
              </a:defRPr>
            </a:lvl6pPr>
            <a:lvl7pPr>
              <a:defRPr sz="1875" b="1">
                <a:solidFill>
                  <a:srgbClr val="432DD7"/>
                </a:solidFill>
              </a:defRPr>
            </a:lvl7pPr>
            <a:lvl8pPr>
              <a:defRPr sz="1875" b="1">
                <a:solidFill>
                  <a:srgbClr val="432DD7"/>
                </a:solidFill>
              </a:defRPr>
            </a:lvl8pPr>
            <a:lvl9pPr>
              <a:defRPr sz="1875" b="1">
                <a:solidFill>
                  <a:srgbClr val="432DD7"/>
                </a:solidFill>
              </a:defRPr>
            </a:lvl9pPr>
          </a:lstStyle>
          <a:p xmlns:a="http://schemas.openxmlformats.org/drawingml/2006/main">
            <a:pPr>
              <a:defRPr sz="1875" b="1">
                <a:solidFill>
                  <a:srgbClr val="432DD7"/>
                </a:solidFill>
              </a:defRPr>
            </a:pPr>
            <a:r>
              <a:rPr sz="1875" b="1">
                <a:solidFill>
                  <a:srgbClr val="432DD7"/>
                </a:solidFill>
              </a:rPr>
              <a:t>users</a:t>
            </a:r>
          </a:p>
        </p:txBody>
      </p:sp>
      <p:sp>
        <p:nvSpPr>
          <p:cNvPr id="5" name="">
            <a:extLst xmlns:a="http://schemas.openxmlformats.org/drawingml/2006/main">
              <a:ext uri="{FF2B5EF4-FFF2-40B4-BE49-F238E27FC236}">
                <a16:creationId xmlns:a16="http://schemas.microsoft.com/office/drawing/2014/main" id="{C75072E6-EFB4-41EF-9ED4-33195A251699}"/>
              </a:ext>
            </a:extLst>
          </p:cNvPr>
          <p:cNvSpPr>
            <a:spLocks xmlns:a="http://schemas.openxmlformats.org/drawingml/2006/main" noGrp="1"/>
          </p:cNvSpPr>
          <p:nvPr/>
        </p:nvSpPr>
        <p:spPr>
          <a:xfrm xmlns:a="http://schemas.openxmlformats.org/drawingml/2006/main">
            <a:off x="3457575" y="1743075"/>
            <a:ext cx="7524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a:solidFill>
                  <a:srgbClr val="1D293D"/>
                </a:solidFill>
              </a:defRPr>
            </a:defPPr>
            <a:lvl1pPr>
              <a:defRPr sz="1575">
                <a:solidFill>
                  <a:srgbClr val="1D293D"/>
                </a:solidFill>
              </a:defRPr>
            </a:lvl1pPr>
            <a:lvl2pPr>
              <a:defRPr sz="1575">
                <a:solidFill>
                  <a:srgbClr val="1D293D"/>
                </a:solidFill>
              </a:defRPr>
            </a:lvl2pPr>
            <a:lvl3pPr>
              <a:defRPr sz="1575">
                <a:solidFill>
                  <a:srgbClr val="1D293D"/>
                </a:solidFill>
              </a:defRPr>
            </a:lvl3pPr>
            <a:lvl4pPr>
              <a:defRPr sz="1575">
                <a:solidFill>
                  <a:srgbClr val="1D293D"/>
                </a:solidFill>
              </a:defRPr>
            </a:lvl4pPr>
            <a:lvl5pPr>
              <a:defRPr sz="1575">
                <a:solidFill>
                  <a:srgbClr val="1D293D"/>
                </a:solidFill>
              </a:defRPr>
            </a:lvl5pPr>
            <a:lvl6pPr>
              <a:defRPr sz="1575">
                <a:solidFill>
                  <a:srgbClr val="1D293D"/>
                </a:solidFill>
              </a:defRPr>
            </a:lvl6pPr>
            <a:lvl7pPr>
              <a:defRPr sz="1575">
                <a:solidFill>
                  <a:srgbClr val="1D293D"/>
                </a:solidFill>
              </a:defRPr>
            </a:lvl7pPr>
            <a:lvl8pPr>
              <a:defRPr sz="1575">
                <a:solidFill>
                  <a:srgbClr val="1D293D"/>
                </a:solidFill>
              </a:defRPr>
            </a:lvl8pPr>
            <a:lvl9pPr>
              <a:defRPr sz="1575">
                <a:solidFill>
                  <a:srgbClr val="1D293D"/>
                </a:solidFill>
              </a:defRPr>
            </a:lvl9pPr>
          </a:lstStyle>
          <a:p xmlns:a="http://schemas.openxmlformats.org/drawingml/2006/main">
            <a:pPr>
              <a:defRPr sz="1575">
                <a:solidFill>
                  <a:srgbClr val="1D293D"/>
                </a:solidFill>
              </a:defRPr>
            </a:pPr>
            <a:r>
              <a:rPr sz="1575">
                <a:solidFill>
                  <a:srgbClr val="1D293D"/>
                </a:solidFill>
              </a:rPr>
              <a:t>username · verified email · password hash · role</a:t>
            </a:r>
          </a:p>
        </p:txBody>
      </p:sp>
      <p:sp>
        <p:nvSpPr>
          <p:cNvPr id="6" name="">
            <a:extLst xmlns:a="http://schemas.openxmlformats.org/drawingml/2006/main">
              <a:ext uri="{FF2B5EF4-FFF2-40B4-BE49-F238E27FC236}">
                <a16:creationId xmlns:a16="http://schemas.microsoft.com/office/drawing/2014/main" id="{1BBFE16C-428E-4ADC-8109-E5CC781F5F28}"/>
              </a:ext>
            </a:extLst>
          </p:cNvPr>
          <p:cNvSpPr>
            <a:spLocks xmlns:a="http://schemas.openxmlformats.org/drawingml/2006/main" noGrp="1"/>
          </p:cNvSpPr>
          <p:nvPr/>
        </p:nvSpPr>
        <p:spPr>
          <a:xfrm xmlns:a="http://schemas.openxmlformats.org/drawingml/2006/main">
            <a:off x="1047750" y="2324100"/>
            <a:ext cx="9810750" cy="9525"/>
          </a:xfrm>
          <a:prstGeom xmlns:a="http://schemas.openxmlformats.org/drawingml/2006/main" prst="rect">
            <a:avLst/>
          </a:prstGeom>
          <a:solidFill xmlns:a="http://schemas.openxmlformats.org/drawingml/2006/main">
            <a:srgbClr val="CAD5E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92AB2AE-569E-4A1E-8E12-DA371D1CC4E1}"/>
              </a:ext>
            </a:extLst>
          </p:cNvPr>
          <p:cNvSpPr>
            <a:spLocks xmlns:a="http://schemas.openxmlformats.org/drawingml/2006/main" noGrp="1"/>
          </p:cNvSpPr>
          <p:nvPr/>
        </p:nvSpPr>
        <p:spPr>
          <a:xfrm xmlns:a="http://schemas.openxmlformats.org/drawingml/2006/main">
            <a:off x="1066800" y="2571750"/>
            <a:ext cx="2095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432DD7"/>
                </a:solidFill>
              </a:defRPr>
            </a:defPPr>
            <a:lvl1pPr>
              <a:defRPr sz="1875" b="1">
                <a:solidFill>
                  <a:srgbClr val="432DD7"/>
                </a:solidFill>
              </a:defRPr>
            </a:lvl1pPr>
            <a:lvl2pPr>
              <a:defRPr sz="1875" b="1">
                <a:solidFill>
                  <a:srgbClr val="432DD7"/>
                </a:solidFill>
              </a:defRPr>
            </a:lvl2pPr>
            <a:lvl3pPr>
              <a:defRPr sz="1875" b="1">
                <a:solidFill>
                  <a:srgbClr val="432DD7"/>
                </a:solidFill>
              </a:defRPr>
            </a:lvl3pPr>
            <a:lvl4pPr>
              <a:defRPr sz="1875" b="1">
                <a:solidFill>
                  <a:srgbClr val="432DD7"/>
                </a:solidFill>
              </a:defRPr>
            </a:lvl4pPr>
            <a:lvl5pPr>
              <a:defRPr sz="1875" b="1">
                <a:solidFill>
                  <a:srgbClr val="432DD7"/>
                </a:solidFill>
              </a:defRPr>
            </a:lvl5pPr>
            <a:lvl6pPr>
              <a:defRPr sz="1875" b="1">
                <a:solidFill>
                  <a:srgbClr val="432DD7"/>
                </a:solidFill>
              </a:defRPr>
            </a:lvl6pPr>
            <a:lvl7pPr>
              <a:defRPr sz="1875" b="1">
                <a:solidFill>
                  <a:srgbClr val="432DD7"/>
                </a:solidFill>
              </a:defRPr>
            </a:lvl7pPr>
            <a:lvl8pPr>
              <a:defRPr sz="1875" b="1">
                <a:solidFill>
                  <a:srgbClr val="432DD7"/>
                </a:solidFill>
              </a:defRPr>
            </a:lvl8pPr>
            <a:lvl9pPr>
              <a:defRPr sz="1875" b="1">
                <a:solidFill>
                  <a:srgbClr val="432DD7"/>
                </a:solidFill>
              </a:defRPr>
            </a:lvl9pPr>
          </a:lstStyle>
          <a:p xmlns:a="http://schemas.openxmlformats.org/drawingml/2006/main">
            <a:pPr>
              <a:defRPr sz="1875" b="1">
                <a:solidFill>
                  <a:srgbClr val="432DD7"/>
                </a:solidFill>
              </a:defRPr>
            </a:pPr>
            <a:r>
              <a:rPr sz="1875" b="1">
                <a:solidFill>
                  <a:srgbClr val="432DD7"/>
                </a:solidFill>
              </a:rPr>
              <a:t>questions</a:t>
            </a:r>
          </a:p>
        </p:txBody>
      </p:sp>
      <p:sp>
        <p:nvSpPr>
          <p:cNvPr id="8" name="">
            <a:extLst xmlns:a="http://schemas.openxmlformats.org/drawingml/2006/main">
              <a:ext uri="{FF2B5EF4-FFF2-40B4-BE49-F238E27FC236}">
                <a16:creationId xmlns:a16="http://schemas.microsoft.com/office/drawing/2014/main" id="{E3DF7637-4C19-4A25-9E99-7652711D0DBE}"/>
              </a:ext>
            </a:extLst>
          </p:cNvPr>
          <p:cNvSpPr>
            <a:spLocks xmlns:a="http://schemas.openxmlformats.org/drawingml/2006/main" noGrp="1"/>
          </p:cNvSpPr>
          <p:nvPr/>
        </p:nvSpPr>
        <p:spPr>
          <a:xfrm xmlns:a="http://schemas.openxmlformats.org/drawingml/2006/main">
            <a:off x="3457575" y="2581275"/>
            <a:ext cx="7524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a:solidFill>
                  <a:srgbClr val="1D293D"/>
                </a:solidFill>
              </a:defRPr>
            </a:defPPr>
            <a:lvl1pPr>
              <a:defRPr sz="1575">
                <a:solidFill>
                  <a:srgbClr val="1D293D"/>
                </a:solidFill>
              </a:defRPr>
            </a:lvl1pPr>
            <a:lvl2pPr>
              <a:defRPr sz="1575">
                <a:solidFill>
                  <a:srgbClr val="1D293D"/>
                </a:solidFill>
              </a:defRPr>
            </a:lvl2pPr>
            <a:lvl3pPr>
              <a:defRPr sz="1575">
                <a:solidFill>
                  <a:srgbClr val="1D293D"/>
                </a:solidFill>
              </a:defRPr>
            </a:lvl3pPr>
            <a:lvl4pPr>
              <a:defRPr sz="1575">
                <a:solidFill>
                  <a:srgbClr val="1D293D"/>
                </a:solidFill>
              </a:defRPr>
            </a:lvl4pPr>
            <a:lvl5pPr>
              <a:defRPr sz="1575">
                <a:solidFill>
                  <a:srgbClr val="1D293D"/>
                </a:solidFill>
              </a:defRPr>
            </a:lvl5pPr>
            <a:lvl6pPr>
              <a:defRPr sz="1575">
                <a:solidFill>
                  <a:srgbClr val="1D293D"/>
                </a:solidFill>
              </a:defRPr>
            </a:lvl6pPr>
            <a:lvl7pPr>
              <a:defRPr sz="1575">
                <a:solidFill>
                  <a:srgbClr val="1D293D"/>
                </a:solidFill>
              </a:defRPr>
            </a:lvl7pPr>
            <a:lvl8pPr>
              <a:defRPr sz="1575">
                <a:solidFill>
                  <a:srgbClr val="1D293D"/>
                </a:solidFill>
              </a:defRPr>
            </a:lvl8pPr>
            <a:lvl9pPr>
              <a:defRPr sz="1575">
                <a:solidFill>
                  <a:srgbClr val="1D293D"/>
                </a:solidFill>
              </a:defRPr>
            </a:lvl9pPr>
          </a:lstStyle>
          <a:p xmlns:a="http://schemas.openxmlformats.org/drawingml/2006/main">
            <a:pPr>
              <a:defRPr sz="1575">
                <a:solidFill>
                  <a:srgbClr val="1D293D"/>
                </a:solidFill>
              </a:defRPr>
            </a:pPr>
            <a:r>
              <a:rPr sz="1575">
                <a:solidFill>
                  <a:srgbClr val="1D293D"/>
                </a:solidFill>
              </a:rPr>
              <a:t>topic · prompt · options · correct answer · explanation</a:t>
            </a:r>
          </a:p>
        </p:txBody>
      </p:sp>
      <p:sp>
        <p:nvSpPr>
          <p:cNvPr id="9" name="">
            <a:extLst xmlns:a="http://schemas.openxmlformats.org/drawingml/2006/main">
              <a:ext uri="{FF2B5EF4-FFF2-40B4-BE49-F238E27FC236}">
                <a16:creationId xmlns:a16="http://schemas.microsoft.com/office/drawing/2014/main" id="{4F1BE5F1-C077-4B8C-B119-98A9E6A438E5}"/>
              </a:ext>
            </a:extLst>
          </p:cNvPr>
          <p:cNvSpPr>
            <a:spLocks xmlns:a="http://schemas.openxmlformats.org/drawingml/2006/main" noGrp="1"/>
          </p:cNvSpPr>
          <p:nvPr/>
        </p:nvSpPr>
        <p:spPr>
          <a:xfrm xmlns:a="http://schemas.openxmlformats.org/drawingml/2006/main">
            <a:off x="1047750" y="3162300"/>
            <a:ext cx="9810750" cy="9525"/>
          </a:xfrm>
          <a:prstGeom xmlns:a="http://schemas.openxmlformats.org/drawingml/2006/main" prst="rect">
            <a:avLst/>
          </a:prstGeom>
          <a:solidFill xmlns:a="http://schemas.openxmlformats.org/drawingml/2006/main">
            <a:srgbClr val="CAD5E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7EE2018-5DEF-467D-AF83-FE272A87D1D7}"/>
              </a:ext>
            </a:extLst>
          </p:cNvPr>
          <p:cNvSpPr>
            <a:spLocks xmlns:a="http://schemas.openxmlformats.org/drawingml/2006/main" noGrp="1"/>
          </p:cNvSpPr>
          <p:nvPr/>
        </p:nvSpPr>
        <p:spPr>
          <a:xfrm xmlns:a="http://schemas.openxmlformats.org/drawingml/2006/main">
            <a:off x="1066800" y="3409950"/>
            <a:ext cx="2095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432DD7"/>
                </a:solidFill>
              </a:defRPr>
            </a:defPPr>
            <a:lvl1pPr>
              <a:defRPr sz="1875" b="1">
                <a:solidFill>
                  <a:srgbClr val="432DD7"/>
                </a:solidFill>
              </a:defRPr>
            </a:lvl1pPr>
            <a:lvl2pPr>
              <a:defRPr sz="1875" b="1">
                <a:solidFill>
                  <a:srgbClr val="432DD7"/>
                </a:solidFill>
              </a:defRPr>
            </a:lvl2pPr>
            <a:lvl3pPr>
              <a:defRPr sz="1875" b="1">
                <a:solidFill>
                  <a:srgbClr val="432DD7"/>
                </a:solidFill>
              </a:defRPr>
            </a:lvl3pPr>
            <a:lvl4pPr>
              <a:defRPr sz="1875" b="1">
                <a:solidFill>
                  <a:srgbClr val="432DD7"/>
                </a:solidFill>
              </a:defRPr>
            </a:lvl4pPr>
            <a:lvl5pPr>
              <a:defRPr sz="1875" b="1">
                <a:solidFill>
                  <a:srgbClr val="432DD7"/>
                </a:solidFill>
              </a:defRPr>
            </a:lvl5pPr>
            <a:lvl6pPr>
              <a:defRPr sz="1875" b="1">
                <a:solidFill>
                  <a:srgbClr val="432DD7"/>
                </a:solidFill>
              </a:defRPr>
            </a:lvl6pPr>
            <a:lvl7pPr>
              <a:defRPr sz="1875" b="1">
                <a:solidFill>
                  <a:srgbClr val="432DD7"/>
                </a:solidFill>
              </a:defRPr>
            </a:lvl7pPr>
            <a:lvl8pPr>
              <a:defRPr sz="1875" b="1">
                <a:solidFill>
                  <a:srgbClr val="432DD7"/>
                </a:solidFill>
              </a:defRPr>
            </a:lvl8pPr>
            <a:lvl9pPr>
              <a:defRPr sz="1875" b="1">
                <a:solidFill>
                  <a:srgbClr val="432DD7"/>
                </a:solidFill>
              </a:defRPr>
            </a:lvl9pPr>
          </a:lstStyle>
          <a:p xmlns:a="http://schemas.openxmlformats.org/drawingml/2006/main">
            <a:pPr>
              <a:defRPr sz="1875" b="1">
                <a:solidFill>
                  <a:srgbClr val="432DD7"/>
                </a:solidFill>
              </a:defRPr>
            </a:pPr>
            <a:r>
              <a:rPr sz="1875" b="1">
                <a:solidFill>
                  <a:srgbClr val="432DD7"/>
                </a:solidFill>
              </a:rPr>
              <a:t>bookmarks</a:t>
            </a:r>
          </a:p>
        </p:txBody>
      </p:sp>
      <p:sp>
        <p:nvSpPr>
          <p:cNvPr id="11" name="">
            <a:extLst xmlns:a="http://schemas.openxmlformats.org/drawingml/2006/main">
              <a:ext uri="{FF2B5EF4-FFF2-40B4-BE49-F238E27FC236}">
                <a16:creationId xmlns:a16="http://schemas.microsoft.com/office/drawing/2014/main" id="{B7D6604A-63A1-457F-AF1A-348F5520B59D}"/>
              </a:ext>
            </a:extLst>
          </p:cNvPr>
          <p:cNvSpPr>
            <a:spLocks xmlns:a="http://schemas.openxmlformats.org/drawingml/2006/main" noGrp="1"/>
          </p:cNvSpPr>
          <p:nvPr/>
        </p:nvSpPr>
        <p:spPr>
          <a:xfrm xmlns:a="http://schemas.openxmlformats.org/drawingml/2006/main">
            <a:off x="3457575" y="3419475"/>
            <a:ext cx="7524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a:solidFill>
                  <a:srgbClr val="1D293D"/>
                </a:solidFill>
              </a:defRPr>
            </a:defPPr>
            <a:lvl1pPr>
              <a:defRPr sz="1575">
                <a:solidFill>
                  <a:srgbClr val="1D293D"/>
                </a:solidFill>
              </a:defRPr>
            </a:lvl1pPr>
            <a:lvl2pPr>
              <a:defRPr sz="1575">
                <a:solidFill>
                  <a:srgbClr val="1D293D"/>
                </a:solidFill>
              </a:defRPr>
            </a:lvl2pPr>
            <a:lvl3pPr>
              <a:defRPr sz="1575">
                <a:solidFill>
                  <a:srgbClr val="1D293D"/>
                </a:solidFill>
              </a:defRPr>
            </a:lvl3pPr>
            <a:lvl4pPr>
              <a:defRPr sz="1575">
                <a:solidFill>
                  <a:srgbClr val="1D293D"/>
                </a:solidFill>
              </a:defRPr>
            </a:lvl4pPr>
            <a:lvl5pPr>
              <a:defRPr sz="1575">
                <a:solidFill>
                  <a:srgbClr val="1D293D"/>
                </a:solidFill>
              </a:defRPr>
            </a:lvl5pPr>
            <a:lvl6pPr>
              <a:defRPr sz="1575">
                <a:solidFill>
                  <a:srgbClr val="1D293D"/>
                </a:solidFill>
              </a:defRPr>
            </a:lvl6pPr>
            <a:lvl7pPr>
              <a:defRPr sz="1575">
                <a:solidFill>
                  <a:srgbClr val="1D293D"/>
                </a:solidFill>
              </a:defRPr>
            </a:lvl7pPr>
            <a:lvl8pPr>
              <a:defRPr sz="1575">
                <a:solidFill>
                  <a:srgbClr val="1D293D"/>
                </a:solidFill>
              </a:defRPr>
            </a:lvl8pPr>
            <a:lvl9pPr>
              <a:defRPr sz="1575">
                <a:solidFill>
                  <a:srgbClr val="1D293D"/>
                </a:solidFill>
              </a:defRPr>
            </a:lvl9pPr>
          </a:lstStyle>
          <a:p xmlns:a="http://schemas.openxmlformats.org/drawingml/2006/main">
            <a:pPr>
              <a:defRPr sz="1575">
                <a:solidFill>
                  <a:srgbClr val="1D293D"/>
                </a:solidFill>
              </a:defRPr>
            </a:pPr>
            <a:r>
              <a:rPr sz="1575">
                <a:solidFill>
                  <a:srgbClr val="1D293D"/>
                </a:solidFill>
              </a:rPr>
              <a:t>user_id · question_id</a:t>
            </a:r>
          </a:p>
        </p:txBody>
      </p:sp>
      <p:sp>
        <p:nvSpPr>
          <p:cNvPr id="12" name="">
            <a:extLst xmlns:a="http://schemas.openxmlformats.org/drawingml/2006/main">
              <a:ext uri="{FF2B5EF4-FFF2-40B4-BE49-F238E27FC236}">
                <a16:creationId xmlns:a16="http://schemas.microsoft.com/office/drawing/2014/main" id="{CF5106EA-2839-41C8-AE55-87FC73C6E805}"/>
              </a:ext>
            </a:extLst>
          </p:cNvPr>
          <p:cNvSpPr>
            <a:spLocks xmlns:a="http://schemas.openxmlformats.org/drawingml/2006/main" noGrp="1"/>
          </p:cNvSpPr>
          <p:nvPr/>
        </p:nvSpPr>
        <p:spPr>
          <a:xfrm xmlns:a="http://schemas.openxmlformats.org/drawingml/2006/main">
            <a:off x="1047750" y="4000500"/>
            <a:ext cx="9810750" cy="9525"/>
          </a:xfrm>
          <a:prstGeom xmlns:a="http://schemas.openxmlformats.org/drawingml/2006/main" prst="rect">
            <a:avLst/>
          </a:prstGeom>
          <a:solidFill xmlns:a="http://schemas.openxmlformats.org/drawingml/2006/main">
            <a:srgbClr val="CAD5E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70B0040-08EE-47E7-BE13-D9C4E0A190C5}"/>
              </a:ext>
            </a:extLst>
          </p:cNvPr>
          <p:cNvSpPr>
            <a:spLocks xmlns:a="http://schemas.openxmlformats.org/drawingml/2006/main" noGrp="1"/>
          </p:cNvSpPr>
          <p:nvPr/>
        </p:nvSpPr>
        <p:spPr>
          <a:xfrm xmlns:a="http://schemas.openxmlformats.org/drawingml/2006/main">
            <a:off x="1066800" y="4248150"/>
            <a:ext cx="2095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432DD7"/>
                </a:solidFill>
              </a:defRPr>
            </a:defPPr>
            <a:lvl1pPr>
              <a:defRPr sz="1875" b="1">
                <a:solidFill>
                  <a:srgbClr val="432DD7"/>
                </a:solidFill>
              </a:defRPr>
            </a:lvl1pPr>
            <a:lvl2pPr>
              <a:defRPr sz="1875" b="1">
                <a:solidFill>
                  <a:srgbClr val="432DD7"/>
                </a:solidFill>
              </a:defRPr>
            </a:lvl2pPr>
            <a:lvl3pPr>
              <a:defRPr sz="1875" b="1">
                <a:solidFill>
                  <a:srgbClr val="432DD7"/>
                </a:solidFill>
              </a:defRPr>
            </a:lvl3pPr>
            <a:lvl4pPr>
              <a:defRPr sz="1875" b="1">
                <a:solidFill>
                  <a:srgbClr val="432DD7"/>
                </a:solidFill>
              </a:defRPr>
            </a:lvl4pPr>
            <a:lvl5pPr>
              <a:defRPr sz="1875" b="1">
                <a:solidFill>
                  <a:srgbClr val="432DD7"/>
                </a:solidFill>
              </a:defRPr>
            </a:lvl5pPr>
            <a:lvl6pPr>
              <a:defRPr sz="1875" b="1">
                <a:solidFill>
                  <a:srgbClr val="432DD7"/>
                </a:solidFill>
              </a:defRPr>
            </a:lvl6pPr>
            <a:lvl7pPr>
              <a:defRPr sz="1875" b="1">
                <a:solidFill>
                  <a:srgbClr val="432DD7"/>
                </a:solidFill>
              </a:defRPr>
            </a:lvl7pPr>
            <a:lvl8pPr>
              <a:defRPr sz="1875" b="1">
                <a:solidFill>
                  <a:srgbClr val="432DD7"/>
                </a:solidFill>
              </a:defRPr>
            </a:lvl8pPr>
            <a:lvl9pPr>
              <a:defRPr sz="1875" b="1">
                <a:solidFill>
                  <a:srgbClr val="432DD7"/>
                </a:solidFill>
              </a:defRPr>
            </a:lvl9pPr>
          </a:lstStyle>
          <a:p xmlns:a="http://schemas.openxmlformats.org/drawingml/2006/main">
            <a:pPr>
              <a:defRPr sz="1875" b="1">
                <a:solidFill>
                  <a:srgbClr val="432DD7"/>
                </a:solidFill>
              </a:defRPr>
            </a:pPr>
            <a:r>
              <a:rPr sz="1875" b="1">
                <a:solidFill>
                  <a:srgbClr val="432DD7"/>
                </a:solidFill>
              </a:rPr>
              <a:t>attempts</a:t>
            </a:r>
          </a:p>
        </p:txBody>
      </p:sp>
      <p:sp>
        <p:nvSpPr>
          <p:cNvPr id="14" name="">
            <a:extLst xmlns:a="http://schemas.openxmlformats.org/drawingml/2006/main">
              <a:ext uri="{FF2B5EF4-FFF2-40B4-BE49-F238E27FC236}">
                <a16:creationId xmlns:a16="http://schemas.microsoft.com/office/drawing/2014/main" id="{EF572E6C-811A-4B3E-9150-B05954B9C65E}"/>
              </a:ext>
            </a:extLst>
          </p:cNvPr>
          <p:cNvSpPr>
            <a:spLocks xmlns:a="http://schemas.openxmlformats.org/drawingml/2006/main" noGrp="1"/>
          </p:cNvSpPr>
          <p:nvPr/>
        </p:nvSpPr>
        <p:spPr>
          <a:xfrm xmlns:a="http://schemas.openxmlformats.org/drawingml/2006/main">
            <a:off x="3457575" y="4257675"/>
            <a:ext cx="7524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a:solidFill>
                  <a:srgbClr val="1D293D"/>
                </a:solidFill>
              </a:defRPr>
            </a:defPPr>
            <a:lvl1pPr>
              <a:defRPr sz="1575">
                <a:solidFill>
                  <a:srgbClr val="1D293D"/>
                </a:solidFill>
              </a:defRPr>
            </a:lvl1pPr>
            <a:lvl2pPr>
              <a:defRPr sz="1575">
                <a:solidFill>
                  <a:srgbClr val="1D293D"/>
                </a:solidFill>
              </a:defRPr>
            </a:lvl2pPr>
            <a:lvl3pPr>
              <a:defRPr sz="1575">
                <a:solidFill>
                  <a:srgbClr val="1D293D"/>
                </a:solidFill>
              </a:defRPr>
            </a:lvl3pPr>
            <a:lvl4pPr>
              <a:defRPr sz="1575">
                <a:solidFill>
                  <a:srgbClr val="1D293D"/>
                </a:solidFill>
              </a:defRPr>
            </a:lvl4pPr>
            <a:lvl5pPr>
              <a:defRPr sz="1575">
                <a:solidFill>
                  <a:srgbClr val="1D293D"/>
                </a:solidFill>
              </a:defRPr>
            </a:lvl5pPr>
            <a:lvl6pPr>
              <a:defRPr sz="1575">
                <a:solidFill>
                  <a:srgbClr val="1D293D"/>
                </a:solidFill>
              </a:defRPr>
            </a:lvl6pPr>
            <a:lvl7pPr>
              <a:defRPr sz="1575">
                <a:solidFill>
                  <a:srgbClr val="1D293D"/>
                </a:solidFill>
              </a:defRPr>
            </a:lvl7pPr>
            <a:lvl8pPr>
              <a:defRPr sz="1575">
                <a:solidFill>
                  <a:srgbClr val="1D293D"/>
                </a:solidFill>
              </a:defRPr>
            </a:lvl8pPr>
            <a:lvl9pPr>
              <a:defRPr sz="1575">
                <a:solidFill>
                  <a:srgbClr val="1D293D"/>
                </a:solidFill>
              </a:defRPr>
            </a:lvl9pPr>
          </a:lstStyle>
          <a:p xmlns:a="http://schemas.openxmlformats.org/drawingml/2006/main">
            <a:pPr>
              <a:defRPr sz="1575">
                <a:solidFill>
                  <a:srgbClr val="1D293D"/>
                </a:solidFill>
              </a:defRPr>
            </a:pPr>
            <a:r>
              <a:rPr sz="1575">
                <a:solidFill>
                  <a:srgbClr val="1D293D"/>
                </a:solidFill>
              </a:rPr>
              <a:t>user_id · topic · score · correct · total · date</a:t>
            </a:r>
          </a:p>
        </p:txBody>
      </p:sp>
      <p:sp>
        <p:nvSpPr>
          <p:cNvPr id="15" name="">
            <a:extLst xmlns:a="http://schemas.openxmlformats.org/drawingml/2006/main">
              <a:ext uri="{FF2B5EF4-FFF2-40B4-BE49-F238E27FC236}">
                <a16:creationId xmlns:a16="http://schemas.microsoft.com/office/drawing/2014/main" id="{785C9866-B706-4A58-AB21-BC4787BD2AA0}"/>
              </a:ext>
            </a:extLst>
          </p:cNvPr>
          <p:cNvSpPr>
            <a:spLocks xmlns:a="http://schemas.openxmlformats.org/drawingml/2006/main" noGrp="1"/>
          </p:cNvSpPr>
          <p:nvPr/>
        </p:nvSpPr>
        <p:spPr>
          <a:xfrm xmlns:a="http://schemas.openxmlformats.org/drawingml/2006/main">
            <a:off x="1066800" y="5429250"/>
            <a:ext cx="971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020618"/>
                </a:solidFill>
              </a:defRPr>
            </a:defPPr>
            <a:lvl1pPr>
              <a:defRPr sz="1575" b="1">
                <a:solidFill>
                  <a:srgbClr val="020618"/>
                </a:solidFill>
              </a:defRPr>
            </a:lvl1pPr>
            <a:lvl2pPr>
              <a:defRPr sz="1575" b="1">
                <a:solidFill>
                  <a:srgbClr val="020618"/>
                </a:solidFill>
              </a:defRPr>
            </a:lvl2pPr>
            <a:lvl3pPr>
              <a:defRPr sz="1575" b="1">
                <a:solidFill>
                  <a:srgbClr val="020618"/>
                </a:solidFill>
              </a:defRPr>
            </a:lvl3pPr>
            <a:lvl4pPr>
              <a:defRPr sz="1575" b="1">
                <a:solidFill>
                  <a:srgbClr val="020618"/>
                </a:solidFill>
              </a:defRPr>
            </a:lvl4pPr>
            <a:lvl5pPr>
              <a:defRPr sz="1575" b="1">
                <a:solidFill>
                  <a:srgbClr val="020618"/>
                </a:solidFill>
              </a:defRPr>
            </a:lvl5pPr>
            <a:lvl6pPr>
              <a:defRPr sz="1575" b="1">
                <a:solidFill>
                  <a:srgbClr val="020618"/>
                </a:solidFill>
              </a:defRPr>
            </a:lvl6pPr>
            <a:lvl7pPr>
              <a:defRPr sz="1575" b="1">
                <a:solidFill>
                  <a:srgbClr val="020618"/>
                </a:solidFill>
              </a:defRPr>
            </a:lvl7pPr>
            <a:lvl8pPr>
              <a:defRPr sz="1575" b="1">
                <a:solidFill>
                  <a:srgbClr val="020618"/>
                </a:solidFill>
              </a:defRPr>
            </a:lvl8pPr>
            <a:lvl9pPr>
              <a:defRPr sz="1575" b="1">
                <a:solidFill>
                  <a:srgbClr val="020618"/>
                </a:solidFill>
              </a:defRPr>
            </a:lvl9pPr>
          </a:lstStyle>
          <a:p xmlns:a="http://schemas.openxmlformats.org/drawingml/2006/main">
            <a:pPr>
              <a:defRPr sz="1575" b="1">
                <a:solidFill>
                  <a:srgbClr val="020618"/>
                </a:solidFill>
              </a:defRPr>
            </a:pPr>
            <a:r>
              <a:rPr sz="1575" b="1">
                <a:solidFill>
                  <a:srgbClr val="020618"/>
                </a:solidFill>
              </a:rPr>
              <a:t>User IDs keep each learner’s bookmarks and test history separate.</a:t>
            </a:r>
          </a:p>
        </p:txBody>
      </p:sp>
    </p:spTree>
    <p:extLst>
      <p:ext uri="{BB962C8B-B14F-4D97-AF65-F5344CB8AC3E}">
        <p14:creationId xmlns:p14="http://schemas.microsoft.com/office/powerpoint/2010/main" val="255312908"/>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70F4E5D-FE0B-4C62-93A5-42219F01FE51}"/>
              </a:ext>
            </a:extLst>
          </p:cNvPr>
          <p:cNvSpPr>
            <a:spLocks xmlns:a="http://schemas.openxmlformats.org/drawingml/2006/main" noGrp="1"/>
          </p:cNvSpPr>
          <p:nvPr/>
        </p:nvSpPr>
        <p:spPr>
          <a:xfrm xmlns:a="http://schemas.openxmlformats.org/drawingml/2006/main">
            <a:off x="704850" y="5143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020618"/>
                </a:solidFill>
              </a:defRPr>
            </a:defPPr>
            <a:lvl1pPr>
              <a:defRPr sz="3150" b="1">
                <a:solidFill>
                  <a:srgbClr val="020618"/>
                </a:solidFill>
              </a:defRPr>
            </a:lvl1pPr>
            <a:lvl2pPr>
              <a:defRPr sz="3150" b="1">
                <a:solidFill>
                  <a:srgbClr val="020618"/>
                </a:solidFill>
              </a:defRPr>
            </a:lvl2pPr>
            <a:lvl3pPr>
              <a:defRPr sz="3150" b="1">
                <a:solidFill>
                  <a:srgbClr val="020618"/>
                </a:solidFill>
              </a:defRPr>
            </a:lvl3pPr>
            <a:lvl4pPr>
              <a:defRPr sz="3150" b="1">
                <a:solidFill>
                  <a:srgbClr val="020618"/>
                </a:solidFill>
              </a:defRPr>
            </a:lvl4pPr>
            <a:lvl5pPr>
              <a:defRPr sz="3150" b="1">
                <a:solidFill>
                  <a:srgbClr val="020618"/>
                </a:solidFill>
              </a:defRPr>
            </a:lvl5pPr>
            <a:lvl6pPr>
              <a:defRPr sz="3150" b="1">
                <a:solidFill>
                  <a:srgbClr val="020618"/>
                </a:solidFill>
              </a:defRPr>
            </a:lvl6pPr>
            <a:lvl7pPr>
              <a:defRPr sz="3150" b="1">
                <a:solidFill>
                  <a:srgbClr val="020618"/>
                </a:solidFill>
              </a:defRPr>
            </a:lvl7pPr>
            <a:lvl8pPr>
              <a:defRPr sz="3150" b="1">
                <a:solidFill>
                  <a:srgbClr val="020618"/>
                </a:solidFill>
              </a:defRPr>
            </a:lvl8pPr>
            <a:lvl9pPr>
              <a:defRPr sz="3150" b="1">
                <a:solidFill>
                  <a:srgbClr val="020618"/>
                </a:solidFill>
              </a:defRPr>
            </a:lvl9pPr>
          </a:lstStyle>
          <a:p xmlns:a="http://schemas.openxmlformats.org/drawingml/2006/main">
            <a:pPr>
              <a:defRPr sz="3150" b="1">
                <a:solidFill>
                  <a:srgbClr val="020618"/>
                </a:solidFill>
              </a:defRPr>
            </a:pPr>
            <a:r>
              <a:rPr sz="3150" b="1">
                <a:solidFill>
                  <a:srgbClr val="020618"/>
                </a:solidFill>
              </a:rPr>
              <a:t>AI interview coach</a:t>
            </a:r>
          </a:p>
        </p:txBody>
      </p:sp>
      <p:sp>
        <p:nvSpPr>
          <p:cNvPr id="2" name="">
            <a:extLst xmlns:a="http://schemas.openxmlformats.org/drawingml/2006/main">
              <a:ext uri="{FF2B5EF4-FFF2-40B4-BE49-F238E27FC236}">
                <a16:creationId xmlns:a16="http://schemas.microsoft.com/office/drawing/2014/main" id="{7C170108-CF67-4768-91FD-461E14AF3547}"/>
              </a:ext>
            </a:extLst>
          </p:cNvPr>
          <p:cNvSpPr>
            <a:spLocks xmlns:a="http://schemas.openxmlformats.org/drawingml/2006/main" noGrp="1"/>
          </p:cNvSpPr>
          <p:nvPr/>
        </p:nvSpPr>
        <p:spPr>
          <a:xfrm xmlns:a="http://schemas.openxmlformats.org/drawingml/2006/main">
            <a:off x="723900" y="1209675"/>
            <a:ext cx="552450" cy="47625"/>
          </a:xfrm>
          <a:prstGeom xmlns:a="http://schemas.openxmlformats.org/drawingml/2006/main" prst="rect">
            <a:avLst/>
          </a:prstGeom>
          <a:solidFill xmlns:a="http://schemas.openxmlformats.org/drawingml/2006/main">
            <a:srgbClr val="432DD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9306DB9-B408-4913-9712-2C6B015CCF1D}"/>
              </a:ext>
            </a:extLst>
          </p:cNvPr>
          <p:cNvSpPr>
            <a:spLocks xmlns:a="http://schemas.openxmlformats.org/drawingml/2006/main" noGrp="1"/>
          </p:cNvSpPr>
          <p:nvPr/>
        </p:nvSpPr>
        <p:spPr>
          <a:xfrm xmlns:a="http://schemas.openxmlformats.org/drawingml/2006/main">
            <a:off x="10953750" y="5905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200" b="1">
                <a:solidFill>
                  <a:srgbClr val="45556C"/>
                </a:solidFill>
              </a:defRPr>
            </a:defPPr>
            <a:lvl1pPr algn="r">
              <a:defRPr sz="1200" b="1">
                <a:solidFill>
                  <a:srgbClr val="45556C"/>
                </a:solidFill>
              </a:defRPr>
            </a:lvl1pPr>
            <a:lvl2pPr algn="r">
              <a:defRPr sz="1200" b="1">
                <a:solidFill>
                  <a:srgbClr val="45556C"/>
                </a:solidFill>
              </a:defRPr>
            </a:lvl2pPr>
            <a:lvl3pPr algn="r">
              <a:defRPr sz="1200" b="1">
                <a:solidFill>
                  <a:srgbClr val="45556C"/>
                </a:solidFill>
              </a:defRPr>
            </a:lvl3pPr>
            <a:lvl4pPr algn="r">
              <a:defRPr sz="1200" b="1">
                <a:solidFill>
                  <a:srgbClr val="45556C"/>
                </a:solidFill>
              </a:defRPr>
            </a:lvl4pPr>
            <a:lvl5pPr algn="r">
              <a:defRPr sz="1200" b="1">
                <a:solidFill>
                  <a:srgbClr val="45556C"/>
                </a:solidFill>
              </a:defRPr>
            </a:lvl5pPr>
            <a:lvl6pPr algn="r">
              <a:defRPr sz="1200" b="1">
                <a:solidFill>
                  <a:srgbClr val="45556C"/>
                </a:solidFill>
              </a:defRPr>
            </a:lvl6pPr>
            <a:lvl7pPr algn="r">
              <a:defRPr sz="1200" b="1">
                <a:solidFill>
                  <a:srgbClr val="45556C"/>
                </a:solidFill>
              </a:defRPr>
            </a:lvl7pPr>
            <a:lvl8pPr algn="r">
              <a:defRPr sz="1200" b="1">
                <a:solidFill>
                  <a:srgbClr val="45556C"/>
                </a:solidFill>
              </a:defRPr>
            </a:lvl8pPr>
            <a:lvl9pPr algn="r">
              <a:defRPr sz="1200" b="1">
                <a:solidFill>
                  <a:srgbClr val="45556C"/>
                </a:solidFill>
              </a:defRPr>
            </a:lvl9pPr>
          </a:lstStyle>
          <a:p xmlns:a="http://schemas.openxmlformats.org/drawingml/2006/main">
            <a:pPr algn="r">
              <a:defRPr sz="1200" b="1">
                <a:solidFill>
                  <a:srgbClr val="45556C"/>
                </a:solidFill>
              </a:defRPr>
            </a:pPr>
            <a:r>
              <a:rPr sz="1200" b="1">
                <a:solidFill>
                  <a:srgbClr val="45556C"/>
                </a:solidFill>
              </a:rPr>
              <a:t>06</a:t>
            </a:r>
          </a:p>
        </p:txBody>
      </p:sp>
      <p:sp>
        <p:nvSpPr>
          <p:cNvPr id="4" name="">
            <a:extLst xmlns:a="http://schemas.openxmlformats.org/drawingml/2006/main">
              <a:ext uri="{FF2B5EF4-FFF2-40B4-BE49-F238E27FC236}">
                <a16:creationId xmlns:a16="http://schemas.microsoft.com/office/drawing/2014/main" id="{E22E1E1D-00AE-466C-A5BE-AFE87FFD8D5C}"/>
              </a:ext>
            </a:extLst>
          </p:cNvPr>
          <p:cNvSpPr>
            <a:spLocks xmlns:a="http://schemas.openxmlformats.org/drawingml/2006/main" noGrp="1"/>
          </p:cNvSpPr>
          <p:nvPr/>
        </p:nvSpPr>
        <p:spPr>
          <a:xfrm xmlns:a="http://schemas.openxmlformats.org/drawingml/2006/main">
            <a:off x="857250" y="1562100"/>
            <a:ext cx="1019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a:solidFill>
                  <a:srgbClr val="45556C"/>
                </a:solidFill>
              </a:defRPr>
            </a:defPPr>
            <a:lvl1pPr>
              <a:defRPr sz="1725">
                <a:solidFill>
                  <a:srgbClr val="45556C"/>
                </a:solidFill>
              </a:defRPr>
            </a:lvl1pPr>
            <a:lvl2pPr>
              <a:defRPr sz="1725">
                <a:solidFill>
                  <a:srgbClr val="45556C"/>
                </a:solidFill>
              </a:defRPr>
            </a:lvl2pPr>
            <a:lvl3pPr>
              <a:defRPr sz="1725">
                <a:solidFill>
                  <a:srgbClr val="45556C"/>
                </a:solidFill>
              </a:defRPr>
            </a:lvl3pPr>
            <a:lvl4pPr>
              <a:defRPr sz="1725">
                <a:solidFill>
                  <a:srgbClr val="45556C"/>
                </a:solidFill>
              </a:defRPr>
            </a:lvl4pPr>
            <a:lvl5pPr>
              <a:defRPr sz="1725">
                <a:solidFill>
                  <a:srgbClr val="45556C"/>
                </a:solidFill>
              </a:defRPr>
            </a:lvl5pPr>
            <a:lvl6pPr>
              <a:defRPr sz="1725">
                <a:solidFill>
                  <a:srgbClr val="45556C"/>
                </a:solidFill>
              </a:defRPr>
            </a:lvl6pPr>
            <a:lvl7pPr>
              <a:defRPr sz="1725">
                <a:solidFill>
                  <a:srgbClr val="45556C"/>
                </a:solidFill>
              </a:defRPr>
            </a:lvl7pPr>
            <a:lvl8pPr>
              <a:defRPr sz="1725">
                <a:solidFill>
                  <a:srgbClr val="45556C"/>
                </a:solidFill>
              </a:defRPr>
            </a:lvl8pPr>
            <a:lvl9pPr>
              <a:defRPr sz="1725">
                <a:solidFill>
                  <a:srgbClr val="45556C"/>
                </a:solidFill>
              </a:defRPr>
            </a:lvl9pPr>
          </a:lstStyle>
          <a:p xmlns:a="http://schemas.openxmlformats.org/drawingml/2006/main">
            <a:pPr>
              <a:defRPr sz="1725">
                <a:solidFill>
                  <a:srgbClr val="45556C"/>
                </a:solidFill>
              </a:defRPr>
            </a:pPr>
            <a:r>
              <a:rPr sz="1725">
                <a:solidFill>
                  <a:srgbClr val="45556C"/>
                </a:solidFill>
              </a:rPr>
              <a:t>The coach reviews a written interview answer and returns practical feedback.</a:t>
            </a:r>
          </a:p>
        </p:txBody>
      </p:sp>
      <p:sp>
        <p:nvSpPr>
          <p:cNvPr id="5" name="">
            <a:extLst xmlns:a="http://schemas.openxmlformats.org/drawingml/2006/main">
              <a:ext uri="{FF2B5EF4-FFF2-40B4-BE49-F238E27FC236}">
                <a16:creationId xmlns:a16="http://schemas.microsoft.com/office/drawing/2014/main" id="{8E5AB10E-528B-45F0-867E-745E53222DFA}"/>
              </a:ext>
            </a:extLst>
          </p:cNvPr>
          <p:cNvSpPr>
            <a:spLocks xmlns:a="http://schemas.openxmlformats.org/drawingml/2006/main" noGrp="1"/>
          </p:cNvSpPr>
          <p:nvPr/>
        </p:nvSpPr>
        <p:spPr>
          <a:xfrm xmlns:a="http://schemas.openxmlformats.org/drawingml/2006/main">
            <a:off x="914400" y="2466975"/>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009689"/>
                </a:solidFill>
              </a:defRPr>
            </a:defPPr>
            <a:lvl1pPr>
              <a:defRPr sz="3000" b="1">
                <a:solidFill>
                  <a:srgbClr val="009689"/>
                </a:solidFill>
              </a:defRPr>
            </a:lvl1pPr>
            <a:lvl2pPr>
              <a:defRPr sz="3000" b="1">
                <a:solidFill>
                  <a:srgbClr val="009689"/>
                </a:solidFill>
              </a:defRPr>
            </a:lvl2pPr>
            <a:lvl3pPr>
              <a:defRPr sz="3000" b="1">
                <a:solidFill>
                  <a:srgbClr val="009689"/>
                </a:solidFill>
              </a:defRPr>
            </a:lvl3pPr>
            <a:lvl4pPr>
              <a:defRPr sz="3000" b="1">
                <a:solidFill>
                  <a:srgbClr val="009689"/>
                </a:solidFill>
              </a:defRPr>
            </a:lvl4pPr>
            <a:lvl5pPr>
              <a:defRPr sz="3000" b="1">
                <a:solidFill>
                  <a:srgbClr val="009689"/>
                </a:solidFill>
              </a:defRPr>
            </a:lvl5pPr>
            <a:lvl6pPr>
              <a:defRPr sz="3000" b="1">
                <a:solidFill>
                  <a:srgbClr val="009689"/>
                </a:solidFill>
              </a:defRPr>
            </a:lvl6pPr>
            <a:lvl7pPr>
              <a:defRPr sz="3000" b="1">
                <a:solidFill>
                  <a:srgbClr val="009689"/>
                </a:solidFill>
              </a:defRPr>
            </a:lvl7pPr>
            <a:lvl8pPr>
              <a:defRPr sz="3000" b="1">
                <a:solidFill>
                  <a:srgbClr val="009689"/>
                </a:solidFill>
              </a:defRPr>
            </a:lvl8pPr>
            <a:lvl9pPr>
              <a:defRPr sz="3000" b="1">
                <a:solidFill>
                  <a:srgbClr val="009689"/>
                </a:solidFill>
              </a:defRPr>
            </a:lvl9pPr>
          </a:lstStyle>
          <a:p xmlns:a="http://schemas.openxmlformats.org/drawingml/2006/main">
            <a:pPr>
              <a:defRPr sz="3000" b="1">
                <a:solidFill>
                  <a:srgbClr val="009689"/>
                </a:solidFill>
              </a:defRPr>
            </a:pPr>
            <a:r>
              <a:rPr sz="3000" b="1">
                <a:solidFill>
                  <a:srgbClr val="009689"/>
                </a:solidFill>
              </a:rPr>
              <a:t>1</a:t>
            </a:r>
          </a:p>
        </p:txBody>
      </p:sp>
      <p:sp>
        <p:nvSpPr>
          <p:cNvPr id="6" name="">
            <a:extLst xmlns:a="http://schemas.openxmlformats.org/drawingml/2006/main">
              <a:ext uri="{FF2B5EF4-FFF2-40B4-BE49-F238E27FC236}">
                <a16:creationId xmlns:a16="http://schemas.microsoft.com/office/drawing/2014/main" id="{579E2778-0371-487A-AF16-C853D0231DD3}"/>
              </a:ext>
            </a:extLst>
          </p:cNvPr>
          <p:cNvSpPr>
            <a:spLocks xmlns:a="http://schemas.openxmlformats.org/drawingml/2006/main" noGrp="1"/>
          </p:cNvSpPr>
          <p:nvPr/>
        </p:nvSpPr>
        <p:spPr>
          <a:xfrm xmlns:a="http://schemas.openxmlformats.org/drawingml/2006/main">
            <a:off x="1543050" y="2543175"/>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20618"/>
                </a:solidFill>
              </a:defRPr>
            </a:defPPr>
            <a:lvl1pPr>
              <a:defRPr sz="1725" b="1">
                <a:solidFill>
                  <a:srgbClr val="020618"/>
                </a:solidFill>
              </a:defRPr>
            </a:lvl1pPr>
            <a:lvl2pPr>
              <a:defRPr sz="1725" b="1">
                <a:solidFill>
                  <a:srgbClr val="020618"/>
                </a:solidFill>
              </a:defRPr>
            </a:lvl2pPr>
            <a:lvl3pPr>
              <a:defRPr sz="1725" b="1">
                <a:solidFill>
                  <a:srgbClr val="020618"/>
                </a:solidFill>
              </a:defRPr>
            </a:lvl3pPr>
            <a:lvl4pPr>
              <a:defRPr sz="1725" b="1">
                <a:solidFill>
                  <a:srgbClr val="020618"/>
                </a:solidFill>
              </a:defRPr>
            </a:lvl4pPr>
            <a:lvl5pPr>
              <a:defRPr sz="1725" b="1">
                <a:solidFill>
                  <a:srgbClr val="020618"/>
                </a:solidFill>
              </a:defRPr>
            </a:lvl5pPr>
            <a:lvl6pPr>
              <a:defRPr sz="1725" b="1">
                <a:solidFill>
                  <a:srgbClr val="020618"/>
                </a:solidFill>
              </a:defRPr>
            </a:lvl6pPr>
            <a:lvl7pPr>
              <a:defRPr sz="1725" b="1">
                <a:solidFill>
                  <a:srgbClr val="020618"/>
                </a:solidFill>
              </a:defRPr>
            </a:lvl7pPr>
            <a:lvl8pPr>
              <a:defRPr sz="1725" b="1">
                <a:solidFill>
                  <a:srgbClr val="020618"/>
                </a:solidFill>
              </a:defRPr>
            </a:lvl8pPr>
            <a:lvl9pPr>
              <a:defRPr sz="1725" b="1">
                <a:solidFill>
                  <a:srgbClr val="020618"/>
                </a:solidFill>
              </a:defRPr>
            </a:lvl9pPr>
          </a:lstStyle>
          <a:p xmlns:a="http://schemas.openxmlformats.org/drawingml/2006/main">
            <a:pPr>
              <a:defRPr sz="1725" b="1">
                <a:solidFill>
                  <a:srgbClr val="020618"/>
                </a:solidFill>
              </a:defRPr>
            </a:pPr>
            <a:r>
              <a:rPr sz="1725" b="1">
                <a:solidFill>
                  <a:srgbClr val="020618"/>
                </a:solidFill>
              </a:rPr>
              <a:t>Student writes</a:t>
            </a:r>
          </a:p>
        </p:txBody>
      </p:sp>
      <p:sp>
        <p:nvSpPr>
          <p:cNvPr id="7" name="">
            <a:extLst xmlns:a="http://schemas.openxmlformats.org/drawingml/2006/main">
              <a:ext uri="{FF2B5EF4-FFF2-40B4-BE49-F238E27FC236}">
                <a16:creationId xmlns:a16="http://schemas.microsoft.com/office/drawing/2014/main" id="{65D74A57-68C2-4984-BD03-86F499DBB30B}"/>
              </a:ext>
            </a:extLst>
          </p:cNvPr>
          <p:cNvSpPr>
            <a:spLocks xmlns:a="http://schemas.openxmlformats.org/drawingml/2006/main" noGrp="1"/>
          </p:cNvSpPr>
          <p:nvPr/>
        </p:nvSpPr>
        <p:spPr>
          <a:xfrm xmlns:a="http://schemas.openxmlformats.org/drawingml/2006/main">
            <a:off x="1543050" y="3105150"/>
            <a:ext cx="2476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a:solidFill>
                  <a:srgbClr val="1D293D"/>
                </a:solidFill>
              </a:defRPr>
            </a:defPPr>
            <a:lvl1pPr>
              <a:defRPr sz="1500">
                <a:solidFill>
                  <a:srgbClr val="1D293D"/>
                </a:solidFill>
              </a:defRPr>
            </a:lvl1pPr>
            <a:lvl2pPr>
              <a:defRPr sz="1500">
                <a:solidFill>
                  <a:srgbClr val="1D293D"/>
                </a:solidFill>
              </a:defRPr>
            </a:lvl2pPr>
            <a:lvl3pPr>
              <a:defRPr sz="1500">
                <a:solidFill>
                  <a:srgbClr val="1D293D"/>
                </a:solidFill>
              </a:defRPr>
            </a:lvl3pPr>
            <a:lvl4pPr>
              <a:defRPr sz="1500">
                <a:solidFill>
                  <a:srgbClr val="1D293D"/>
                </a:solidFill>
              </a:defRPr>
            </a:lvl4pPr>
            <a:lvl5pPr>
              <a:defRPr sz="1500">
                <a:solidFill>
                  <a:srgbClr val="1D293D"/>
                </a:solidFill>
              </a:defRPr>
            </a:lvl5pPr>
            <a:lvl6pPr>
              <a:defRPr sz="1500">
                <a:solidFill>
                  <a:srgbClr val="1D293D"/>
                </a:solidFill>
              </a:defRPr>
            </a:lvl6pPr>
            <a:lvl7pPr>
              <a:defRPr sz="1500">
                <a:solidFill>
                  <a:srgbClr val="1D293D"/>
                </a:solidFill>
              </a:defRPr>
            </a:lvl7pPr>
            <a:lvl8pPr>
              <a:defRPr sz="1500">
                <a:solidFill>
                  <a:srgbClr val="1D293D"/>
                </a:solidFill>
              </a:defRPr>
            </a:lvl8pPr>
            <a:lvl9pPr>
              <a:defRPr sz="1500">
                <a:solidFill>
                  <a:srgbClr val="1D293D"/>
                </a:solidFill>
              </a:defRPr>
            </a:lvl9pPr>
          </a:lstStyle>
          <a:p xmlns:a="http://schemas.openxmlformats.org/drawingml/2006/main">
            <a:pPr>
              <a:defRPr sz="1500">
                <a:solidFill>
                  <a:srgbClr val="1D293D"/>
                </a:solidFill>
              </a:defRPr>
            </a:pPr>
            <a:r>
              <a:rPr sz="1500">
                <a:solidFill>
                  <a:srgbClr val="1D293D"/>
                </a:solidFill>
              </a:rPr>
              <a:t>Interview question</a:t>
            </a:r>
          </a:p>
          <a:p xmlns:a="http://schemas.openxmlformats.org/drawingml/2006/main">
            <a:pPr>
              <a:defRPr sz="1500">
                <a:solidFill>
                  <a:srgbClr val="1D293D"/>
                </a:solidFill>
              </a:defRPr>
            </a:pPr>
            <a:r>
              <a:rPr sz="1500">
                <a:solidFill>
                  <a:srgbClr val="1D293D"/>
                </a:solidFill>
              </a:rPr>
              <a:t>and their answer</a:t>
            </a:r>
          </a:p>
        </p:txBody>
      </p:sp>
      <p:sp>
        <p:nvSpPr>
          <p:cNvPr id="8" name="">
            <a:extLst xmlns:a="http://schemas.openxmlformats.org/drawingml/2006/main">
              <a:ext uri="{FF2B5EF4-FFF2-40B4-BE49-F238E27FC236}">
                <a16:creationId xmlns:a16="http://schemas.microsoft.com/office/drawing/2014/main" id="{0F42C41C-A649-42C7-A046-0A3FFD86E95E}"/>
              </a:ext>
            </a:extLst>
          </p:cNvPr>
          <p:cNvSpPr>
            <a:spLocks xmlns:a="http://schemas.openxmlformats.org/drawingml/2006/main" noGrp="1"/>
          </p:cNvSpPr>
          <p:nvPr/>
        </p:nvSpPr>
        <p:spPr>
          <a:xfrm xmlns:a="http://schemas.openxmlformats.org/drawingml/2006/main">
            <a:off x="3848100" y="2781300"/>
            <a:ext cx="419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250" b="1">
                <a:solidFill>
                  <a:srgbClr val="432DD7"/>
                </a:solidFill>
              </a:defRPr>
            </a:defPPr>
            <a:lvl1pPr algn="ctr">
              <a:defRPr sz="2250" b="1">
                <a:solidFill>
                  <a:srgbClr val="432DD7"/>
                </a:solidFill>
              </a:defRPr>
            </a:lvl1pPr>
            <a:lvl2pPr algn="ctr">
              <a:defRPr sz="2250" b="1">
                <a:solidFill>
                  <a:srgbClr val="432DD7"/>
                </a:solidFill>
              </a:defRPr>
            </a:lvl2pPr>
            <a:lvl3pPr algn="ctr">
              <a:defRPr sz="2250" b="1">
                <a:solidFill>
                  <a:srgbClr val="432DD7"/>
                </a:solidFill>
              </a:defRPr>
            </a:lvl3pPr>
            <a:lvl4pPr algn="ctr">
              <a:defRPr sz="2250" b="1">
                <a:solidFill>
                  <a:srgbClr val="432DD7"/>
                </a:solidFill>
              </a:defRPr>
            </a:lvl4pPr>
            <a:lvl5pPr algn="ctr">
              <a:defRPr sz="2250" b="1">
                <a:solidFill>
                  <a:srgbClr val="432DD7"/>
                </a:solidFill>
              </a:defRPr>
            </a:lvl5pPr>
            <a:lvl6pPr algn="ctr">
              <a:defRPr sz="2250" b="1">
                <a:solidFill>
                  <a:srgbClr val="432DD7"/>
                </a:solidFill>
              </a:defRPr>
            </a:lvl6pPr>
            <a:lvl7pPr algn="ctr">
              <a:defRPr sz="2250" b="1">
                <a:solidFill>
                  <a:srgbClr val="432DD7"/>
                </a:solidFill>
              </a:defRPr>
            </a:lvl7pPr>
            <a:lvl8pPr algn="ctr">
              <a:defRPr sz="2250" b="1">
                <a:solidFill>
                  <a:srgbClr val="432DD7"/>
                </a:solidFill>
              </a:defRPr>
            </a:lvl8pPr>
            <a:lvl9pPr algn="ctr">
              <a:defRPr sz="2250" b="1">
                <a:solidFill>
                  <a:srgbClr val="432DD7"/>
                </a:solidFill>
              </a:defRPr>
            </a:lvl9pPr>
          </a:lstStyle>
          <a:p xmlns:a="http://schemas.openxmlformats.org/drawingml/2006/main">
            <a:pPr algn="ctr">
              <a:defRPr sz="2250" b="1">
                <a:solidFill>
                  <a:srgbClr val="432DD7"/>
                </a:solidFill>
              </a:defRPr>
            </a:pPr>
            <a:r>
              <a:rPr sz="2250" b="1">
                <a:solidFill>
                  <a:srgbClr val="432DD7"/>
                </a:solidFill>
              </a:rPr>
              <a:t>→</a:t>
            </a:r>
          </a:p>
        </p:txBody>
      </p:sp>
      <p:sp>
        <p:nvSpPr>
          <p:cNvPr id="9" name="">
            <a:extLst xmlns:a="http://schemas.openxmlformats.org/drawingml/2006/main">
              <a:ext uri="{FF2B5EF4-FFF2-40B4-BE49-F238E27FC236}">
                <a16:creationId xmlns:a16="http://schemas.microsoft.com/office/drawing/2014/main" id="{83883E58-8F12-4AB9-A1A5-816ACBF804A8}"/>
              </a:ext>
            </a:extLst>
          </p:cNvPr>
          <p:cNvSpPr>
            <a:spLocks xmlns:a="http://schemas.openxmlformats.org/drawingml/2006/main" noGrp="1"/>
          </p:cNvSpPr>
          <p:nvPr/>
        </p:nvSpPr>
        <p:spPr>
          <a:xfrm xmlns:a="http://schemas.openxmlformats.org/drawingml/2006/main">
            <a:off x="4438650" y="2466975"/>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009689"/>
                </a:solidFill>
              </a:defRPr>
            </a:defPPr>
            <a:lvl1pPr>
              <a:defRPr sz="3000" b="1">
                <a:solidFill>
                  <a:srgbClr val="009689"/>
                </a:solidFill>
              </a:defRPr>
            </a:lvl1pPr>
            <a:lvl2pPr>
              <a:defRPr sz="3000" b="1">
                <a:solidFill>
                  <a:srgbClr val="009689"/>
                </a:solidFill>
              </a:defRPr>
            </a:lvl2pPr>
            <a:lvl3pPr>
              <a:defRPr sz="3000" b="1">
                <a:solidFill>
                  <a:srgbClr val="009689"/>
                </a:solidFill>
              </a:defRPr>
            </a:lvl3pPr>
            <a:lvl4pPr>
              <a:defRPr sz="3000" b="1">
                <a:solidFill>
                  <a:srgbClr val="009689"/>
                </a:solidFill>
              </a:defRPr>
            </a:lvl4pPr>
            <a:lvl5pPr>
              <a:defRPr sz="3000" b="1">
                <a:solidFill>
                  <a:srgbClr val="009689"/>
                </a:solidFill>
              </a:defRPr>
            </a:lvl5pPr>
            <a:lvl6pPr>
              <a:defRPr sz="3000" b="1">
                <a:solidFill>
                  <a:srgbClr val="009689"/>
                </a:solidFill>
              </a:defRPr>
            </a:lvl6pPr>
            <a:lvl7pPr>
              <a:defRPr sz="3000" b="1">
                <a:solidFill>
                  <a:srgbClr val="009689"/>
                </a:solidFill>
              </a:defRPr>
            </a:lvl7pPr>
            <a:lvl8pPr>
              <a:defRPr sz="3000" b="1">
                <a:solidFill>
                  <a:srgbClr val="009689"/>
                </a:solidFill>
              </a:defRPr>
            </a:lvl8pPr>
            <a:lvl9pPr>
              <a:defRPr sz="3000" b="1">
                <a:solidFill>
                  <a:srgbClr val="009689"/>
                </a:solidFill>
              </a:defRPr>
            </a:lvl9pPr>
          </a:lstStyle>
          <a:p xmlns:a="http://schemas.openxmlformats.org/drawingml/2006/main">
            <a:pPr>
              <a:defRPr sz="3000" b="1">
                <a:solidFill>
                  <a:srgbClr val="009689"/>
                </a:solidFill>
              </a:defRPr>
            </a:pPr>
            <a:r>
              <a:rPr sz="3000" b="1">
                <a:solidFill>
                  <a:srgbClr val="009689"/>
                </a:solidFill>
              </a:rPr>
              <a:t>2</a:t>
            </a:r>
          </a:p>
        </p:txBody>
      </p:sp>
      <p:sp>
        <p:nvSpPr>
          <p:cNvPr id="10" name="">
            <a:extLst xmlns:a="http://schemas.openxmlformats.org/drawingml/2006/main">
              <a:ext uri="{FF2B5EF4-FFF2-40B4-BE49-F238E27FC236}">
                <a16:creationId xmlns:a16="http://schemas.microsoft.com/office/drawing/2014/main" id="{7F645300-510B-4B5F-8925-D568307B2F04}"/>
              </a:ext>
            </a:extLst>
          </p:cNvPr>
          <p:cNvSpPr>
            <a:spLocks xmlns:a="http://schemas.openxmlformats.org/drawingml/2006/main" noGrp="1"/>
          </p:cNvSpPr>
          <p:nvPr/>
        </p:nvSpPr>
        <p:spPr>
          <a:xfrm xmlns:a="http://schemas.openxmlformats.org/drawingml/2006/main">
            <a:off x="5067300" y="2543175"/>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20618"/>
                </a:solidFill>
              </a:defRPr>
            </a:defPPr>
            <a:lvl1pPr>
              <a:defRPr sz="1725" b="1">
                <a:solidFill>
                  <a:srgbClr val="020618"/>
                </a:solidFill>
              </a:defRPr>
            </a:lvl1pPr>
            <a:lvl2pPr>
              <a:defRPr sz="1725" b="1">
                <a:solidFill>
                  <a:srgbClr val="020618"/>
                </a:solidFill>
              </a:defRPr>
            </a:lvl2pPr>
            <a:lvl3pPr>
              <a:defRPr sz="1725" b="1">
                <a:solidFill>
                  <a:srgbClr val="020618"/>
                </a:solidFill>
              </a:defRPr>
            </a:lvl3pPr>
            <a:lvl4pPr>
              <a:defRPr sz="1725" b="1">
                <a:solidFill>
                  <a:srgbClr val="020618"/>
                </a:solidFill>
              </a:defRPr>
            </a:lvl4pPr>
            <a:lvl5pPr>
              <a:defRPr sz="1725" b="1">
                <a:solidFill>
                  <a:srgbClr val="020618"/>
                </a:solidFill>
              </a:defRPr>
            </a:lvl5pPr>
            <a:lvl6pPr>
              <a:defRPr sz="1725" b="1">
                <a:solidFill>
                  <a:srgbClr val="020618"/>
                </a:solidFill>
              </a:defRPr>
            </a:lvl6pPr>
            <a:lvl7pPr>
              <a:defRPr sz="1725" b="1">
                <a:solidFill>
                  <a:srgbClr val="020618"/>
                </a:solidFill>
              </a:defRPr>
            </a:lvl7pPr>
            <a:lvl8pPr>
              <a:defRPr sz="1725" b="1">
                <a:solidFill>
                  <a:srgbClr val="020618"/>
                </a:solidFill>
              </a:defRPr>
            </a:lvl8pPr>
            <a:lvl9pPr>
              <a:defRPr sz="1725" b="1">
                <a:solidFill>
                  <a:srgbClr val="020618"/>
                </a:solidFill>
              </a:defRPr>
            </a:lvl9pPr>
          </a:lstStyle>
          <a:p xmlns:a="http://schemas.openxmlformats.org/drawingml/2006/main">
            <a:pPr>
              <a:defRPr sz="1725" b="1">
                <a:solidFill>
                  <a:srgbClr val="020618"/>
                </a:solidFill>
              </a:defRPr>
            </a:pPr>
            <a:r>
              <a:rPr sz="1725" b="1">
                <a:solidFill>
                  <a:srgbClr val="020618"/>
                </a:solidFill>
              </a:rPr>
              <a:t>Ollama responds</a:t>
            </a:r>
          </a:p>
        </p:txBody>
      </p:sp>
      <p:sp>
        <p:nvSpPr>
          <p:cNvPr id="11" name="">
            <a:extLst xmlns:a="http://schemas.openxmlformats.org/drawingml/2006/main">
              <a:ext uri="{FF2B5EF4-FFF2-40B4-BE49-F238E27FC236}">
                <a16:creationId xmlns:a16="http://schemas.microsoft.com/office/drawing/2014/main" id="{0980C26B-DDC2-4301-BE90-9A4E125F6EF0}"/>
              </a:ext>
            </a:extLst>
          </p:cNvPr>
          <p:cNvSpPr>
            <a:spLocks xmlns:a="http://schemas.openxmlformats.org/drawingml/2006/main" noGrp="1"/>
          </p:cNvSpPr>
          <p:nvPr/>
        </p:nvSpPr>
        <p:spPr>
          <a:xfrm xmlns:a="http://schemas.openxmlformats.org/drawingml/2006/main">
            <a:off x="5067300" y="3105150"/>
            <a:ext cx="2476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a:solidFill>
                  <a:srgbClr val="1D293D"/>
                </a:solidFill>
              </a:defRPr>
            </a:defPPr>
            <a:lvl1pPr>
              <a:defRPr sz="1500">
                <a:solidFill>
                  <a:srgbClr val="1D293D"/>
                </a:solidFill>
              </a:defRPr>
            </a:lvl1pPr>
            <a:lvl2pPr>
              <a:defRPr sz="1500">
                <a:solidFill>
                  <a:srgbClr val="1D293D"/>
                </a:solidFill>
              </a:defRPr>
            </a:lvl2pPr>
            <a:lvl3pPr>
              <a:defRPr sz="1500">
                <a:solidFill>
                  <a:srgbClr val="1D293D"/>
                </a:solidFill>
              </a:defRPr>
            </a:lvl3pPr>
            <a:lvl4pPr>
              <a:defRPr sz="1500">
                <a:solidFill>
                  <a:srgbClr val="1D293D"/>
                </a:solidFill>
              </a:defRPr>
            </a:lvl4pPr>
            <a:lvl5pPr>
              <a:defRPr sz="1500">
                <a:solidFill>
                  <a:srgbClr val="1D293D"/>
                </a:solidFill>
              </a:defRPr>
            </a:lvl5pPr>
            <a:lvl6pPr>
              <a:defRPr sz="1500">
                <a:solidFill>
                  <a:srgbClr val="1D293D"/>
                </a:solidFill>
              </a:defRPr>
            </a:lvl6pPr>
            <a:lvl7pPr>
              <a:defRPr sz="1500">
                <a:solidFill>
                  <a:srgbClr val="1D293D"/>
                </a:solidFill>
              </a:defRPr>
            </a:lvl7pPr>
            <a:lvl8pPr>
              <a:defRPr sz="1500">
                <a:solidFill>
                  <a:srgbClr val="1D293D"/>
                </a:solidFill>
              </a:defRPr>
            </a:lvl8pPr>
            <a:lvl9pPr>
              <a:defRPr sz="1500">
                <a:solidFill>
                  <a:srgbClr val="1D293D"/>
                </a:solidFill>
              </a:defRPr>
            </a:lvl9pPr>
          </a:lstStyle>
          <a:p xmlns:a="http://schemas.openxmlformats.org/drawingml/2006/main">
            <a:pPr>
              <a:defRPr sz="1500">
                <a:solidFill>
                  <a:srgbClr val="1D293D"/>
                </a:solidFill>
              </a:defRPr>
            </a:pPr>
            <a:r>
              <a:rPr sz="1500">
                <a:solidFill>
                  <a:srgbClr val="1D293D"/>
                </a:solidFill>
              </a:rPr>
              <a:t>Local model runs on</a:t>
            </a:r>
          </a:p>
          <a:p xmlns:a="http://schemas.openxmlformats.org/drawingml/2006/main">
            <a:pPr>
              <a:defRPr sz="1500">
                <a:solidFill>
                  <a:srgbClr val="1D293D"/>
                </a:solidFill>
              </a:defRPr>
            </a:pPr>
            <a:r>
              <a:rPr sz="1500">
                <a:solidFill>
                  <a:srgbClr val="1D293D"/>
                </a:solidFill>
              </a:rPr>
              <a:t>the same computer</a:t>
            </a:r>
          </a:p>
        </p:txBody>
      </p:sp>
      <p:sp>
        <p:nvSpPr>
          <p:cNvPr id="12" name="">
            <a:extLst xmlns:a="http://schemas.openxmlformats.org/drawingml/2006/main">
              <a:ext uri="{FF2B5EF4-FFF2-40B4-BE49-F238E27FC236}">
                <a16:creationId xmlns:a16="http://schemas.microsoft.com/office/drawing/2014/main" id="{FB15437C-8501-4195-A440-5C910B7C8D1F}"/>
              </a:ext>
            </a:extLst>
          </p:cNvPr>
          <p:cNvSpPr>
            <a:spLocks xmlns:a="http://schemas.openxmlformats.org/drawingml/2006/main" noGrp="1"/>
          </p:cNvSpPr>
          <p:nvPr/>
        </p:nvSpPr>
        <p:spPr>
          <a:xfrm xmlns:a="http://schemas.openxmlformats.org/drawingml/2006/main">
            <a:off x="7372350" y="2781300"/>
            <a:ext cx="419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250" b="1">
                <a:solidFill>
                  <a:srgbClr val="432DD7"/>
                </a:solidFill>
              </a:defRPr>
            </a:defPPr>
            <a:lvl1pPr algn="ctr">
              <a:defRPr sz="2250" b="1">
                <a:solidFill>
                  <a:srgbClr val="432DD7"/>
                </a:solidFill>
              </a:defRPr>
            </a:lvl1pPr>
            <a:lvl2pPr algn="ctr">
              <a:defRPr sz="2250" b="1">
                <a:solidFill>
                  <a:srgbClr val="432DD7"/>
                </a:solidFill>
              </a:defRPr>
            </a:lvl2pPr>
            <a:lvl3pPr algn="ctr">
              <a:defRPr sz="2250" b="1">
                <a:solidFill>
                  <a:srgbClr val="432DD7"/>
                </a:solidFill>
              </a:defRPr>
            </a:lvl3pPr>
            <a:lvl4pPr algn="ctr">
              <a:defRPr sz="2250" b="1">
                <a:solidFill>
                  <a:srgbClr val="432DD7"/>
                </a:solidFill>
              </a:defRPr>
            </a:lvl4pPr>
            <a:lvl5pPr algn="ctr">
              <a:defRPr sz="2250" b="1">
                <a:solidFill>
                  <a:srgbClr val="432DD7"/>
                </a:solidFill>
              </a:defRPr>
            </a:lvl5pPr>
            <a:lvl6pPr algn="ctr">
              <a:defRPr sz="2250" b="1">
                <a:solidFill>
                  <a:srgbClr val="432DD7"/>
                </a:solidFill>
              </a:defRPr>
            </a:lvl6pPr>
            <a:lvl7pPr algn="ctr">
              <a:defRPr sz="2250" b="1">
                <a:solidFill>
                  <a:srgbClr val="432DD7"/>
                </a:solidFill>
              </a:defRPr>
            </a:lvl7pPr>
            <a:lvl8pPr algn="ctr">
              <a:defRPr sz="2250" b="1">
                <a:solidFill>
                  <a:srgbClr val="432DD7"/>
                </a:solidFill>
              </a:defRPr>
            </a:lvl8pPr>
            <a:lvl9pPr algn="ctr">
              <a:defRPr sz="2250" b="1">
                <a:solidFill>
                  <a:srgbClr val="432DD7"/>
                </a:solidFill>
              </a:defRPr>
            </a:lvl9pPr>
          </a:lstStyle>
          <a:p xmlns:a="http://schemas.openxmlformats.org/drawingml/2006/main">
            <a:pPr algn="ctr">
              <a:defRPr sz="2250" b="1">
                <a:solidFill>
                  <a:srgbClr val="432DD7"/>
                </a:solidFill>
              </a:defRPr>
            </a:pPr>
            <a:r>
              <a:rPr sz="2250" b="1">
                <a:solidFill>
                  <a:srgbClr val="432DD7"/>
                </a:solidFill>
              </a:rPr>
              <a:t>→</a:t>
            </a:r>
          </a:p>
        </p:txBody>
      </p:sp>
      <p:sp>
        <p:nvSpPr>
          <p:cNvPr id="13" name="">
            <a:extLst xmlns:a="http://schemas.openxmlformats.org/drawingml/2006/main">
              <a:ext uri="{FF2B5EF4-FFF2-40B4-BE49-F238E27FC236}">
                <a16:creationId xmlns:a16="http://schemas.microsoft.com/office/drawing/2014/main" id="{ED53B5FD-239E-4243-9D91-A2A1A40328A3}"/>
              </a:ext>
            </a:extLst>
          </p:cNvPr>
          <p:cNvSpPr>
            <a:spLocks xmlns:a="http://schemas.openxmlformats.org/drawingml/2006/main" noGrp="1"/>
          </p:cNvSpPr>
          <p:nvPr/>
        </p:nvSpPr>
        <p:spPr>
          <a:xfrm xmlns:a="http://schemas.openxmlformats.org/drawingml/2006/main">
            <a:off x="7962900" y="2466975"/>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009689"/>
                </a:solidFill>
              </a:defRPr>
            </a:defPPr>
            <a:lvl1pPr>
              <a:defRPr sz="3000" b="1">
                <a:solidFill>
                  <a:srgbClr val="009689"/>
                </a:solidFill>
              </a:defRPr>
            </a:lvl1pPr>
            <a:lvl2pPr>
              <a:defRPr sz="3000" b="1">
                <a:solidFill>
                  <a:srgbClr val="009689"/>
                </a:solidFill>
              </a:defRPr>
            </a:lvl2pPr>
            <a:lvl3pPr>
              <a:defRPr sz="3000" b="1">
                <a:solidFill>
                  <a:srgbClr val="009689"/>
                </a:solidFill>
              </a:defRPr>
            </a:lvl3pPr>
            <a:lvl4pPr>
              <a:defRPr sz="3000" b="1">
                <a:solidFill>
                  <a:srgbClr val="009689"/>
                </a:solidFill>
              </a:defRPr>
            </a:lvl4pPr>
            <a:lvl5pPr>
              <a:defRPr sz="3000" b="1">
                <a:solidFill>
                  <a:srgbClr val="009689"/>
                </a:solidFill>
              </a:defRPr>
            </a:lvl5pPr>
            <a:lvl6pPr>
              <a:defRPr sz="3000" b="1">
                <a:solidFill>
                  <a:srgbClr val="009689"/>
                </a:solidFill>
              </a:defRPr>
            </a:lvl6pPr>
            <a:lvl7pPr>
              <a:defRPr sz="3000" b="1">
                <a:solidFill>
                  <a:srgbClr val="009689"/>
                </a:solidFill>
              </a:defRPr>
            </a:lvl7pPr>
            <a:lvl8pPr>
              <a:defRPr sz="3000" b="1">
                <a:solidFill>
                  <a:srgbClr val="009689"/>
                </a:solidFill>
              </a:defRPr>
            </a:lvl8pPr>
            <a:lvl9pPr>
              <a:defRPr sz="3000" b="1">
                <a:solidFill>
                  <a:srgbClr val="009689"/>
                </a:solidFill>
              </a:defRPr>
            </a:lvl9pPr>
          </a:lstStyle>
          <a:p xmlns:a="http://schemas.openxmlformats.org/drawingml/2006/main">
            <a:pPr>
              <a:defRPr sz="3000" b="1">
                <a:solidFill>
                  <a:srgbClr val="009689"/>
                </a:solidFill>
              </a:defRPr>
            </a:pPr>
            <a:r>
              <a:rPr sz="3000" b="1">
                <a:solidFill>
                  <a:srgbClr val="009689"/>
                </a:solidFill>
              </a:rPr>
              <a:t>3</a:t>
            </a:r>
          </a:p>
        </p:txBody>
      </p:sp>
      <p:sp>
        <p:nvSpPr>
          <p:cNvPr id="14" name="">
            <a:extLst xmlns:a="http://schemas.openxmlformats.org/drawingml/2006/main">
              <a:ext uri="{FF2B5EF4-FFF2-40B4-BE49-F238E27FC236}">
                <a16:creationId xmlns:a16="http://schemas.microsoft.com/office/drawing/2014/main" id="{12738EBD-A26F-4D2F-AF9F-B46907D0B597}"/>
              </a:ext>
            </a:extLst>
          </p:cNvPr>
          <p:cNvSpPr>
            <a:spLocks xmlns:a="http://schemas.openxmlformats.org/drawingml/2006/main" noGrp="1"/>
          </p:cNvSpPr>
          <p:nvPr/>
        </p:nvSpPr>
        <p:spPr>
          <a:xfrm xmlns:a="http://schemas.openxmlformats.org/drawingml/2006/main">
            <a:off x="8591550" y="2543175"/>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20618"/>
                </a:solidFill>
              </a:defRPr>
            </a:defPPr>
            <a:lvl1pPr>
              <a:defRPr sz="1725" b="1">
                <a:solidFill>
                  <a:srgbClr val="020618"/>
                </a:solidFill>
              </a:defRPr>
            </a:lvl1pPr>
            <a:lvl2pPr>
              <a:defRPr sz="1725" b="1">
                <a:solidFill>
                  <a:srgbClr val="020618"/>
                </a:solidFill>
              </a:defRPr>
            </a:lvl2pPr>
            <a:lvl3pPr>
              <a:defRPr sz="1725" b="1">
                <a:solidFill>
                  <a:srgbClr val="020618"/>
                </a:solidFill>
              </a:defRPr>
            </a:lvl3pPr>
            <a:lvl4pPr>
              <a:defRPr sz="1725" b="1">
                <a:solidFill>
                  <a:srgbClr val="020618"/>
                </a:solidFill>
              </a:defRPr>
            </a:lvl4pPr>
            <a:lvl5pPr>
              <a:defRPr sz="1725" b="1">
                <a:solidFill>
                  <a:srgbClr val="020618"/>
                </a:solidFill>
              </a:defRPr>
            </a:lvl5pPr>
            <a:lvl6pPr>
              <a:defRPr sz="1725" b="1">
                <a:solidFill>
                  <a:srgbClr val="020618"/>
                </a:solidFill>
              </a:defRPr>
            </a:lvl6pPr>
            <a:lvl7pPr>
              <a:defRPr sz="1725" b="1">
                <a:solidFill>
                  <a:srgbClr val="020618"/>
                </a:solidFill>
              </a:defRPr>
            </a:lvl7pPr>
            <a:lvl8pPr>
              <a:defRPr sz="1725" b="1">
                <a:solidFill>
                  <a:srgbClr val="020618"/>
                </a:solidFill>
              </a:defRPr>
            </a:lvl8pPr>
            <a:lvl9pPr>
              <a:defRPr sz="1725" b="1">
                <a:solidFill>
                  <a:srgbClr val="020618"/>
                </a:solidFill>
              </a:defRPr>
            </a:lvl9pPr>
          </a:lstStyle>
          <a:p xmlns:a="http://schemas.openxmlformats.org/drawingml/2006/main">
            <a:pPr>
              <a:defRPr sz="1725" b="1">
                <a:solidFill>
                  <a:srgbClr val="020618"/>
                </a:solidFill>
              </a:defRPr>
            </a:pPr>
            <a:r>
              <a:rPr sz="1725" b="1">
                <a:solidFill>
                  <a:srgbClr val="020618"/>
                </a:solidFill>
              </a:rPr>
              <a:t>Portal displays</a:t>
            </a:r>
          </a:p>
        </p:txBody>
      </p:sp>
      <p:sp>
        <p:nvSpPr>
          <p:cNvPr id="15" name="">
            <a:extLst xmlns:a="http://schemas.openxmlformats.org/drawingml/2006/main">
              <a:ext uri="{FF2B5EF4-FFF2-40B4-BE49-F238E27FC236}">
                <a16:creationId xmlns:a16="http://schemas.microsoft.com/office/drawing/2014/main" id="{954EEB68-5B24-4DF2-918E-B7275D1AC5EF}"/>
              </a:ext>
            </a:extLst>
          </p:cNvPr>
          <p:cNvSpPr>
            <a:spLocks xmlns:a="http://schemas.openxmlformats.org/drawingml/2006/main" noGrp="1"/>
          </p:cNvSpPr>
          <p:nvPr/>
        </p:nvSpPr>
        <p:spPr>
          <a:xfrm xmlns:a="http://schemas.openxmlformats.org/drawingml/2006/main">
            <a:off x="8591550" y="3105150"/>
            <a:ext cx="2476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a:solidFill>
                  <a:srgbClr val="1D293D"/>
                </a:solidFill>
              </a:defRPr>
            </a:defPPr>
            <a:lvl1pPr>
              <a:defRPr sz="1500">
                <a:solidFill>
                  <a:srgbClr val="1D293D"/>
                </a:solidFill>
              </a:defRPr>
            </a:lvl1pPr>
            <a:lvl2pPr>
              <a:defRPr sz="1500">
                <a:solidFill>
                  <a:srgbClr val="1D293D"/>
                </a:solidFill>
              </a:defRPr>
            </a:lvl2pPr>
            <a:lvl3pPr>
              <a:defRPr sz="1500">
                <a:solidFill>
                  <a:srgbClr val="1D293D"/>
                </a:solidFill>
              </a:defRPr>
            </a:lvl3pPr>
            <a:lvl4pPr>
              <a:defRPr sz="1500">
                <a:solidFill>
                  <a:srgbClr val="1D293D"/>
                </a:solidFill>
              </a:defRPr>
            </a:lvl4pPr>
            <a:lvl5pPr>
              <a:defRPr sz="1500">
                <a:solidFill>
                  <a:srgbClr val="1D293D"/>
                </a:solidFill>
              </a:defRPr>
            </a:lvl5pPr>
            <a:lvl6pPr>
              <a:defRPr sz="1500">
                <a:solidFill>
                  <a:srgbClr val="1D293D"/>
                </a:solidFill>
              </a:defRPr>
            </a:lvl6pPr>
            <a:lvl7pPr>
              <a:defRPr sz="1500">
                <a:solidFill>
                  <a:srgbClr val="1D293D"/>
                </a:solidFill>
              </a:defRPr>
            </a:lvl7pPr>
            <a:lvl8pPr>
              <a:defRPr sz="1500">
                <a:solidFill>
                  <a:srgbClr val="1D293D"/>
                </a:solidFill>
              </a:defRPr>
            </a:lvl8pPr>
            <a:lvl9pPr>
              <a:defRPr sz="1500">
                <a:solidFill>
                  <a:srgbClr val="1D293D"/>
                </a:solidFill>
              </a:defRPr>
            </a:lvl9pPr>
          </a:lstStyle>
          <a:p xmlns:a="http://schemas.openxmlformats.org/drawingml/2006/main">
            <a:pPr>
              <a:defRPr sz="1500">
                <a:solidFill>
                  <a:srgbClr val="1D293D"/>
                </a:solidFill>
              </a:defRPr>
            </a:pPr>
            <a:r>
              <a:rPr sz="1500">
                <a:solidFill>
                  <a:srgbClr val="1D293D"/>
                </a:solidFill>
              </a:rPr>
              <a:t>Strengths, improvements</a:t>
            </a:r>
          </a:p>
          <a:p xmlns:a="http://schemas.openxmlformats.org/drawingml/2006/main">
            <a:pPr>
              <a:defRPr sz="1500">
                <a:solidFill>
                  <a:srgbClr val="1D293D"/>
                </a:solidFill>
              </a:defRPr>
            </a:pPr>
            <a:r>
              <a:rPr sz="1500">
                <a:solidFill>
                  <a:srgbClr val="1D293D"/>
                </a:solidFill>
              </a:rPr>
              <a:t>and a sample answer</a:t>
            </a:r>
          </a:p>
        </p:txBody>
      </p:sp>
      <p:sp>
        <p:nvSpPr>
          <p:cNvPr id="16" name="">
            <a:extLst xmlns:a="http://schemas.openxmlformats.org/drawingml/2006/main">
              <a:ext uri="{FF2B5EF4-FFF2-40B4-BE49-F238E27FC236}">
                <a16:creationId xmlns:a16="http://schemas.microsoft.com/office/drawing/2014/main" id="{27E944AA-BEF2-43CA-8797-89CE19DA1E34}"/>
              </a:ext>
            </a:extLst>
          </p:cNvPr>
          <p:cNvSpPr>
            <a:spLocks xmlns:a="http://schemas.openxmlformats.org/drawingml/2006/main" noGrp="1"/>
          </p:cNvSpPr>
          <p:nvPr/>
        </p:nvSpPr>
        <p:spPr>
          <a:xfrm xmlns:a="http://schemas.openxmlformats.org/drawingml/2006/main">
            <a:off x="1562100" y="4591050"/>
            <a:ext cx="9048750" cy="19050"/>
          </a:xfrm>
          <a:prstGeom xmlns:a="http://schemas.openxmlformats.org/drawingml/2006/main" prst="rect">
            <a:avLst/>
          </a:prstGeom>
          <a:solidFill xmlns:a="http://schemas.openxmlformats.org/drawingml/2006/main">
            <a:srgbClr val="CAD5E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FF2C8F3-D4FE-45BB-8952-F506F637BBA2}"/>
              </a:ext>
            </a:extLst>
          </p:cNvPr>
          <p:cNvSpPr>
            <a:spLocks xmlns:a="http://schemas.openxmlformats.org/drawingml/2006/main" noGrp="1"/>
          </p:cNvSpPr>
          <p:nvPr/>
        </p:nvSpPr>
        <p:spPr>
          <a:xfrm xmlns:a="http://schemas.openxmlformats.org/drawingml/2006/main">
            <a:off x="1581150" y="4914900"/>
            <a:ext cx="9029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00" b="1">
                <a:solidFill>
                  <a:srgbClr val="432DD7"/>
                </a:solidFill>
              </a:defRPr>
            </a:defPPr>
            <a:lvl1pPr algn="ctr">
              <a:defRPr sz="1800" b="1">
                <a:solidFill>
                  <a:srgbClr val="432DD7"/>
                </a:solidFill>
              </a:defRPr>
            </a:lvl1pPr>
            <a:lvl2pPr algn="ctr">
              <a:defRPr sz="1800" b="1">
                <a:solidFill>
                  <a:srgbClr val="432DD7"/>
                </a:solidFill>
              </a:defRPr>
            </a:lvl2pPr>
            <a:lvl3pPr algn="ctr">
              <a:defRPr sz="1800" b="1">
                <a:solidFill>
                  <a:srgbClr val="432DD7"/>
                </a:solidFill>
              </a:defRPr>
            </a:lvl3pPr>
            <a:lvl4pPr algn="ctr">
              <a:defRPr sz="1800" b="1">
                <a:solidFill>
                  <a:srgbClr val="432DD7"/>
                </a:solidFill>
              </a:defRPr>
            </a:lvl4pPr>
            <a:lvl5pPr algn="ctr">
              <a:defRPr sz="1800" b="1">
                <a:solidFill>
                  <a:srgbClr val="432DD7"/>
                </a:solidFill>
              </a:defRPr>
            </a:lvl5pPr>
            <a:lvl6pPr algn="ctr">
              <a:defRPr sz="1800" b="1">
                <a:solidFill>
                  <a:srgbClr val="432DD7"/>
                </a:solidFill>
              </a:defRPr>
            </a:lvl6pPr>
            <a:lvl7pPr algn="ctr">
              <a:defRPr sz="1800" b="1">
                <a:solidFill>
                  <a:srgbClr val="432DD7"/>
                </a:solidFill>
              </a:defRPr>
            </a:lvl7pPr>
            <a:lvl8pPr algn="ctr">
              <a:defRPr sz="1800" b="1">
                <a:solidFill>
                  <a:srgbClr val="432DD7"/>
                </a:solidFill>
              </a:defRPr>
            </a:lvl8pPr>
            <a:lvl9pPr algn="ctr">
              <a:defRPr sz="1800" b="1">
                <a:solidFill>
                  <a:srgbClr val="432DD7"/>
                </a:solidFill>
              </a:defRPr>
            </a:lvl9pPr>
          </a:lstStyle>
          <a:p xmlns:a="http://schemas.openxmlformats.org/drawingml/2006/main">
            <a:pPr algn="ctr">
              <a:defRPr sz="1800" b="1">
                <a:solidFill>
                  <a:srgbClr val="432DD7"/>
                </a:solidFill>
              </a:defRPr>
            </a:pPr>
            <a:r>
              <a:rPr sz="1800" b="1">
                <a:solidFill>
                  <a:srgbClr val="432DD7"/>
                </a:solidFill>
              </a:rPr>
              <a:t>No paid AI API key is needed for the local demo.</a:t>
            </a:r>
          </a:p>
        </p:txBody>
      </p:sp>
    </p:spTree>
    <p:extLst>
      <p:ext uri="{BB962C8B-B14F-4D97-AF65-F5344CB8AC3E}">
        <p14:creationId xmlns:p14="http://schemas.microsoft.com/office/powerpoint/2010/main" val="983523080"/>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B3303FE-2198-4AD0-874F-8828AFA1E17B}"/>
              </a:ext>
            </a:extLst>
          </p:cNvPr>
          <p:cNvSpPr>
            <a:spLocks xmlns:a="http://schemas.openxmlformats.org/drawingml/2006/main" noGrp="1"/>
          </p:cNvSpPr>
          <p:nvPr/>
        </p:nvSpPr>
        <p:spPr>
          <a:xfrm xmlns:a="http://schemas.openxmlformats.org/drawingml/2006/main">
            <a:off x="704850" y="5143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020618"/>
                </a:solidFill>
              </a:defRPr>
            </a:defPPr>
            <a:lvl1pPr>
              <a:defRPr sz="3150" b="1">
                <a:solidFill>
                  <a:srgbClr val="020618"/>
                </a:solidFill>
              </a:defRPr>
            </a:lvl1pPr>
            <a:lvl2pPr>
              <a:defRPr sz="3150" b="1">
                <a:solidFill>
                  <a:srgbClr val="020618"/>
                </a:solidFill>
              </a:defRPr>
            </a:lvl2pPr>
            <a:lvl3pPr>
              <a:defRPr sz="3150" b="1">
                <a:solidFill>
                  <a:srgbClr val="020618"/>
                </a:solidFill>
              </a:defRPr>
            </a:lvl3pPr>
            <a:lvl4pPr>
              <a:defRPr sz="3150" b="1">
                <a:solidFill>
                  <a:srgbClr val="020618"/>
                </a:solidFill>
              </a:defRPr>
            </a:lvl4pPr>
            <a:lvl5pPr>
              <a:defRPr sz="3150" b="1">
                <a:solidFill>
                  <a:srgbClr val="020618"/>
                </a:solidFill>
              </a:defRPr>
            </a:lvl5pPr>
            <a:lvl6pPr>
              <a:defRPr sz="3150" b="1">
                <a:solidFill>
                  <a:srgbClr val="020618"/>
                </a:solidFill>
              </a:defRPr>
            </a:lvl6pPr>
            <a:lvl7pPr>
              <a:defRPr sz="3150" b="1">
                <a:solidFill>
                  <a:srgbClr val="020618"/>
                </a:solidFill>
              </a:defRPr>
            </a:lvl7pPr>
            <a:lvl8pPr>
              <a:defRPr sz="3150" b="1">
                <a:solidFill>
                  <a:srgbClr val="020618"/>
                </a:solidFill>
              </a:defRPr>
            </a:lvl8pPr>
            <a:lvl9pPr>
              <a:defRPr sz="3150" b="1">
                <a:solidFill>
                  <a:srgbClr val="020618"/>
                </a:solidFill>
              </a:defRPr>
            </a:lvl9pPr>
          </a:lstStyle>
          <a:p xmlns:a="http://schemas.openxmlformats.org/drawingml/2006/main">
            <a:pPr>
              <a:defRPr sz="3150" b="1">
                <a:solidFill>
                  <a:srgbClr val="020618"/>
                </a:solidFill>
              </a:defRPr>
            </a:pPr>
            <a:r>
              <a:rPr sz="3150" b="1">
                <a:solidFill>
                  <a:srgbClr val="020618"/>
                </a:solidFill>
              </a:rPr>
              <a:t>Timed mock test and scoring</a:t>
            </a:r>
          </a:p>
        </p:txBody>
      </p:sp>
      <p:sp>
        <p:nvSpPr>
          <p:cNvPr id="2" name="">
            <a:extLst xmlns:a="http://schemas.openxmlformats.org/drawingml/2006/main">
              <a:ext uri="{FF2B5EF4-FFF2-40B4-BE49-F238E27FC236}">
                <a16:creationId xmlns:a16="http://schemas.microsoft.com/office/drawing/2014/main" id="{6D66F1AE-EC75-4BFD-A10F-EC6412AB187D}"/>
              </a:ext>
            </a:extLst>
          </p:cNvPr>
          <p:cNvSpPr>
            <a:spLocks xmlns:a="http://schemas.openxmlformats.org/drawingml/2006/main" noGrp="1"/>
          </p:cNvSpPr>
          <p:nvPr/>
        </p:nvSpPr>
        <p:spPr>
          <a:xfrm xmlns:a="http://schemas.openxmlformats.org/drawingml/2006/main">
            <a:off x="723900" y="1209675"/>
            <a:ext cx="552450" cy="47625"/>
          </a:xfrm>
          <a:prstGeom xmlns:a="http://schemas.openxmlformats.org/drawingml/2006/main" prst="rect">
            <a:avLst/>
          </a:prstGeom>
          <a:solidFill xmlns:a="http://schemas.openxmlformats.org/drawingml/2006/main">
            <a:srgbClr val="432DD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46F979E-77F0-435D-BBC0-7D5B834BD6E5}"/>
              </a:ext>
            </a:extLst>
          </p:cNvPr>
          <p:cNvSpPr>
            <a:spLocks xmlns:a="http://schemas.openxmlformats.org/drawingml/2006/main" noGrp="1"/>
          </p:cNvSpPr>
          <p:nvPr/>
        </p:nvSpPr>
        <p:spPr>
          <a:xfrm xmlns:a="http://schemas.openxmlformats.org/drawingml/2006/main">
            <a:off x="10953750" y="5905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200" b="1">
                <a:solidFill>
                  <a:srgbClr val="45556C"/>
                </a:solidFill>
              </a:defRPr>
            </a:defPPr>
            <a:lvl1pPr algn="r">
              <a:defRPr sz="1200" b="1">
                <a:solidFill>
                  <a:srgbClr val="45556C"/>
                </a:solidFill>
              </a:defRPr>
            </a:lvl1pPr>
            <a:lvl2pPr algn="r">
              <a:defRPr sz="1200" b="1">
                <a:solidFill>
                  <a:srgbClr val="45556C"/>
                </a:solidFill>
              </a:defRPr>
            </a:lvl2pPr>
            <a:lvl3pPr algn="r">
              <a:defRPr sz="1200" b="1">
                <a:solidFill>
                  <a:srgbClr val="45556C"/>
                </a:solidFill>
              </a:defRPr>
            </a:lvl3pPr>
            <a:lvl4pPr algn="r">
              <a:defRPr sz="1200" b="1">
                <a:solidFill>
                  <a:srgbClr val="45556C"/>
                </a:solidFill>
              </a:defRPr>
            </a:lvl4pPr>
            <a:lvl5pPr algn="r">
              <a:defRPr sz="1200" b="1">
                <a:solidFill>
                  <a:srgbClr val="45556C"/>
                </a:solidFill>
              </a:defRPr>
            </a:lvl5pPr>
            <a:lvl6pPr algn="r">
              <a:defRPr sz="1200" b="1">
                <a:solidFill>
                  <a:srgbClr val="45556C"/>
                </a:solidFill>
              </a:defRPr>
            </a:lvl6pPr>
            <a:lvl7pPr algn="r">
              <a:defRPr sz="1200" b="1">
                <a:solidFill>
                  <a:srgbClr val="45556C"/>
                </a:solidFill>
              </a:defRPr>
            </a:lvl7pPr>
            <a:lvl8pPr algn="r">
              <a:defRPr sz="1200" b="1">
                <a:solidFill>
                  <a:srgbClr val="45556C"/>
                </a:solidFill>
              </a:defRPr>
            </a:lvl8pPr>
            <a:lvl9pPr algn="r">
              <a:defRPr sz="1200" b="1">
                <a:solidFill>
                  <a:srgbClr val="45556C"/>
                </a:solidFill>
              </a:defRPr>
            </a:lvl9pPr>
          </a:lstStyle>
          <a:p xmlns:a="http://schemas.openxmlformats.org/drawingml/2006/main">
            <a:pPr algn="r">
              <a:defRPr sz="1200" b="1">
                <a:solidFill>
                  <a:srgbClr val="45556C"/>
                </a:solidFill>
              </a:defRPr>
            </a:pPr>
            <a:r>
              <a:rPr sz="1200" b="1">
                <a:solidFill>
                  <a:srgbClr val="45556C"/>
                </a:solidFill>
              </a:rPr>
              <a:t>07</a:t>
            </a:r>
          </a:p>
        </p:txBody>
      </p:sp>
      <p:sp>
        <p:nvSpPr>
          <p:cNvPr id="4" name="">
            <a:extLst xmlns:a="http://schemas.openxmlformats.org/drawingml/2006/main">
              <a:ext uri="{FF2B5EF4-FFF2-40B4-BE49-F238E27FC236}">
                <a16:creationId xmlns:a16="http://schemas.microsoft.com/office/drawing/2014/main" id="{B6982915-84B2-47D9-8140-CD212EE74305}"/>
              </a:ext>
            </a:extLst>
          </p:cNvPr>
          <p:cNvSpPr>
            <a:spLocks xmlns:a="http://schemas.openxmlformats.org/drawingml/2006/main" noGrp="1"/>
          </p:cNvSpPr>
          <p:nvPr/>
        </p:nvSpPr>
        <p:spPr>
          <a:xfrm xmlns:a="http://schemas.openxmlformats.org/drawingml/2006/main">
            <a:off x="914400" y="1809750"/>
            <a:ext cx="39052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432DD7"/>
                </a:solidFill>
              </a:defRPr>
            </a:defPPr>
            <a:lvl1pPr>
              <a:defRPr sz="1725" b="1">
                <a:solidFill>
                  <a:srgbClr val="432DD7"/>
                </a:solidFill>
              </a:defRPr>
            </a:lvl1pPr>
            <a:lvl2pPr>
              <a:defRPr sz="1725" b="1">
                <a:solidFill>
                  <a:srgbClr val="432DD7"/>
                </a:solidFill>
              </a:defRPr>
            </a:lvl2pPr>
            <a:lvl3pPr>
              <a:defRPr sz="1725" b="1">
                <a:solidFill>
                  <a:srgbClr val="432DD7"/>
                </a:solidFill>
              </a:defRPr>
            </a:lvl3pPr>
            <a:lvl4pPr>
              <a:defRPr sz="1725" b="1">
                <a:solidFill>
                  <a:srgbClr val="432DD7"/>
                </a:solidFill>
              </a:defRPr>
            </a:lvl4pPr>
            <a:lvl5pPr>
              <a:defRPr sz="1725" b="1">
                <a:solidFill>
                  <a:srgbClr val="432DD7"/>
                </a:solidFill>
              </a:defRPr>
            </a:lvl5pPr>
            <a:lvl6pPr>
              <a:defRPr sz="1725" b="1">
                <a:solidFill>
                  <a:srgbClr val="432DD7"/>
                </a:solidFill>
              </a:defRPr>
            </a:lvl6pPr>
            <a:lvl7pPr>
              <a:defRPr sz="1725" b="1">
                <a:solidFill>
                  <a:srgbClr val="432DD7"/>
                </a:solidFill>
              </a:defRPr>
            </a:lvl7pPr>
            <a:lvl8pPr>
              <a:defRPr sz="1725" b="1">
                <a:solidFill>
                  <a:srgbClr val="432DD7"/>
                </a:solidFill>
              </a:defRPr>
            </a:lvl8pPr>
            <a:lvl9pPr>
              <a:defRPr sz="1725" b="1">
                <a:solidFill>
                  <a:srgbClr val="432DD7"/>
                </a:solidFill>
              </a:defRPr>
            </a:lvl9pPr>
          </a:lstStyle>
          <a:p xmlns:a="http://schemas.openxmlformats.org/drawingml/2006/main">
            <a:pPr>
              <a:defRPr sz="1725" b="1">
                <a:solidFill>
                  <a:srgbClr val="432DD7"/>
                </a:solidFill>
              </a:defRPr>
            </a:pPr>
            <a:r>
              <a:rPr sz="1725" b="1">
                <a:solidFill>
                  <a:srgbClr val="432DD7"/>
                </a:solidFill>
              </a:rPr>
              <a:t>Score calculation</a:t>
            </a:r>
          </a:p>
        </p:txBody>
      </p:sp>
      <p:sp>
        <p:nvSpPr>
          <p:cNvPr id="5" name="">
            <a:extLst xmlns:a="http://schemas.openxmlformats.org/drawingml/2006/main">
              <a:ext uri="{FF2B5EF4-FFF2-40B4-BE49-F238E27FC236}">
                <a16:creationId xmlns:a16="http://schemas.microsoft.com/office/drawing/2014/main" id="{C1E6FDE6-FA2C-49B3-A174-BD6457389CDE}"/>
              </a:ext>
            </a:extLst>
          </p:cNvPr>
          <p:cNvSpPr>
            <a:spLocks xmlns:a="http://schemas.openxmlformats.org/drawingml/2006/main" noGrp="1"/>
          </p:cNvSpPr>
          <p:nvPr/>
        </p:nvSpPr>
        <p:spPr>
          <a:xfrm xmlns:a="http://schemas.openxmlformats.org/drawingml/2006/main">
            <a:off x="914400" y="2324100"/>
            <a:ext cx="5048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020618"/>
                </a:solidFill>
              </a:defRPr>
            </a:defPPr>
            <a:lvl1pPr>
              <a:defRPr sz="2250" b="1">
                <a:solidFill>
                  <a:srgbClr val="020618"/>
                </a:solidFill>
              </a:defRPr>
            </a:lvl1pPr>
            <a:lvl2pPr>
              <a:defRPr sz="2250" b="1">
                <a:solidFill>
                  <a:srgbClr val="020618"/>
                </a:solidFill>
              </a:defRPr>
            </a:lvl2pPr>
            <a:lvl3pPr>
              <a:defRPr sz="2250" b="1">
                <a:solidFill>
                  <a:srgbClr val="020618"/>
                </a:solidFill>
              </a:defRPr>
            </a:lvl3pPr>
            <a:lvl4pPr>
              <a:defRPr sz="2250" b="1">
                <a:solidFill>
                  <a:srgbClr val="020618"/>
                </a:solidFill>
              </a:defRPr>
            </a:lvl4pPr>
            <a:lvl5pPr>
              <a:defRPr sz="2250" b="1">
                <a:solidFill>
                  <a:srgbClr val="020618"/>
                </a:solidFill>
              </a:defRPr>
            </a:lvl5pPr>
            <a:lvl6pPr>
              <a:defRPr sz="2250" b="1">
                <a:solidFill>
                  <a:srgbClr val="020618"/>
                </a:solidFill>
              </a:defRPr>
            </a:lvl6pPr>
            <a:lvl7pPr>
              <a:defRPr sz="2250" b="1">
                <a:solidFill>
                  <a:srgbClr val="020618"/>
                </a:solidFill>
              </a:defRPr>
            </a:lvl7pPr>
            <a:lvl8pPr>
              <a:defRPr sz="2250" b="1">
                <a:solidFill>
                  <a:srgbClr val="020618"/>
                </a:solidFill>
              </a:defRPr>
            </a:lvl8pPr>
            <a:lvl9pPr>
              <a:defRPr sz="2250" b="1">
                <a:solidFill>
                  <a:srgbClr val="020618"/>
                </a:solidFill>
              </a:defRPr>
            </a:lvl9pPr>
          </a:lstStyle>
          <a:p xmlns:a="http://schemas.openxmlformats.org/drawingml/2006/main">
            <a:pPr>
              <a:defRPr sz="2250" b="1">
                <a:solidFill>
                  <a:srgbClr val="020618"/>
                </a:solidFill>
              </a:defRPr>
            </a:pPr>
            <a:r>
              <a:rPr sz="2250" b="1">
                <a:solidFill>
                  <a:srgbClr val="020618"/>
                </a:solidFill>
              </a:rPr>
              <a:t>correct answers ÷ total questions × 100</a:t>
            </a:r>
          </a:p>
        </p:txBody>
      </p:sp>
      <p:sp>
        <p:nvSpPr>
          <p:cNvPr id="6" name="">
            <a:extLst xmlns:a="http://schemas.openxmlformats.org/drawingml/2006/main">
              <a:ext uri="{FF2B5EF4-FFF2-40B4-BE49-F238E27FC236}">
                <a16:creationId xmlns:a16="http://schemas.microsoft.com/office/drawing/2014/main" id="{7E78B7D7-3D3F-4811-9C87-5A1F57CD93FB}"/>
              </a:ext>
            </a:extLst>
          </p:cNvPr>
          <p:cNvSpPr>
            <a:spLocks xmlns:a="http://schemas.openxmlformats.org/drawingml/2006/main" noGrp="1"/>
          </p:cNvSpPr>
          <p:nvPr/>
        </p:nvSpPr>
        <p:spPr>
          <a:xfrm xmlns:a="http://schemas.openxmlformats.org/drawingml/2006/main">
            <a:off x="914400" y="3476625"/>
            <a:ext cx="4953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a:solidFill>
                  <a:srgbClr val="45556C"/>
                </a:solidFill>
              </a:defRPr>
            </a:defPPr>
            <a:lvl1pPr>
              <a:defRPr sz="1575">
                <a:solidFill>
                  <a:srgbClr val="45556C"/>
                </a:solidFill>
              </a:defRPr>
            </a:lvl1pPr>
            <a:lvl2pPr>
              <a:defRPr sz="1575">
                <a:solidFill>
                  <a:srgbClr val="45556C"/>
                </a:solidFill>
              </a:defRPr>
            </a:lvl2pPr>
            <a:lvl3pPr>
              <a:defRPr sz="1575">
                <a:solidFill>
                  <a:srgbClr val="45556C"/>
                </a:solidFill>
              </a:defRPr>
            </a:lvl3pPr>
            <a:lvl4pPr>
              <a:defRPr sz="1575">
                <a:solidFill>
                  <a:srgbClr val="45556C"/>
                </a:solidFill>
              </a:defRPr>
            </a:lvl4pPr>
            <a:lvl5pPr>
              <a:defRPr sz="1575">
                <a:solidFill>
                  <a:srgbClr val="45556C"/>
                </a:solidFill>
              </a:defRPr>
            </a:lvl5pPr>
            <a:lvl6pPr>
              <a:defRPr sz="1575">
                <a:solidFill>
                  <a:srgbClr val="45556C"/>
                </a:solidFill>
              </a:defRPr>
            </a:lvl6pPr>
            <a:lvl7pPr>
              <a:defRPr sz="1575">
                <a:solidFill>
                  <a:srgbClr val="45556C"/>
                </a:solidFill>
              </a:defRPr>
            </a:lvl7pPr>
            <a:lvl8pPr>
              <a:defRPr sz="1575">
                <a:solidFill>
                  <a:srgbClr val="45556C"/>
                </a:solidFill>
              </a:defRPr>
            </a:lvl8pPr>
            <a:lvl9pPr>
              <a:defRPr sz="1575">
                <a:solidFill>
                  <a:srgbClr val="45556C"/>
                </a:solidFill>
              </a:defRPr>
            </a:lvl9pPr>
          </a:lstStyle>
          <a:p xmlns:a="http://schemas.openxmlformats.org/drawingml/2006/main">
            <a:pPr>
              <a:defRPr sz="1575">
                <a:solidFill>
                  <a:srgbClr val="45556C"/>
                </a:solidFill>
              </a:defRPr>
            </a:pPr>
            <a:r>
              <a:rPr sz="1575">
                <a:solidFill>
                  <a:srgbClr val="45556C"/>
                </a:solidFill>
              </a:rPr>
              <a:t>The result is rounded to a whole percentage and saved to the signed-in user’s history.</a:t>
            </a:r>
          </a:p>
        </p:txBody>
      </p:sp>
      <p:sp>
        <p:nvSpPr>
          <p:cNvPr id="7" name="">
            <a:extLst xmlns:a="http://schemas.openxmlformats.org/drawingml/2006/main">
              <a:ext uri="{FF2B5EF4-FFF2-40B4-BE49-F238E27FC236}">
                <a16:creationId xmlns:a16="http://schemas.microsoft.com/office/drawing/2014/main" id="{EF643259-F65D-4C65-8CB3-97300AEE21B2}"/>
              </a:ext>
            </a:extLst>
          </p:cNvPr>
          <p:cNvSpPr>
            <a:spLocks xmlns:a="http://schemas.openxmlformats.org/drawingml/2006/main" noGrp="1"/>
          </p:cNvSpPr>
          <p:nvPr/>
        </p:nvSpPr>
        <p:spPr>
          <a:xfrm xmlns:a="http://schemas.openxmlformats.org/drawingml/2006/main">
            <a:off x="6496050" y="1790700"/>
            <a:ext cx="19050" cy="3371850"/>
          </a:xfrm>
          <a:prstGeom xmlns:a="http://schemas.openxmlformats.org/drawingml/2006/main" prst="rect">
            <a:avLst/>
          </a:prstGeom>
          <a:solidFill xmlns:a="http://schemas.openxmlformats.org/drawingml/2006/main">
            <a:srgbClr val="CAD5E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BA309E0-CFB8-4CA7-AF07-71B87520620A}"/>
              </a:ext>
            </a:extLst>
          </p:cNvPr>
          <p:cNvSpPr>
            <a:spLocks xmlns:a="http://schemas.openxmlformats.org/drawingml/2006/main" noGrp="1"/>
          </p:cNvSpPr>
          <p:nvPr/>
        </p:nvSpPr>
        <p:spPr>
          <a:xfrm xmlns:a="http://schemas.openxmlformats.org/drawingml/2006/main">
            <a:off x="7124700" y="1809750"/>
            <a:ext cx="39052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432DD7"/>
                </a:solidFill>
              </a:defRPr>
            </a:defPPr>
            <a:lvl1pPr>
              <a:defRPr sz="1725" b="1">
                <a:solidFill>
                  <a:srgbClr val="432DD7"/>
                </a:solidFill>
              </a:defRPr>
            </a:lvl1pPr>
            <a:lvl2pPr>
              <a:defRPr sz="1725" b="1">
                <a:solidFill>
                  <a:srgbClr val="432DD7"/>
                </a:solidFill>
              </a:defRPr>
            </a:lvl2pPr>
            <a:lvl3pPr>
              <a:defRPr sz="1725" b="1">
                <a:solidFill>
                  <a:srgbClr val="432DD7"/>
                </a:solidFill>
              </a:defRPr>
            </a:lvl3pPr>
            <a:lvl4pPr>
              <a:defRPr sz="1725" b="1">
                <a:solidFill>
                  <a:srgbClr val="432DD7"/>
                </a:solidFill>
              </a:defRPr>
            </a:lvl4pPr>
            <a:lvl5pPr>
              <a:defRPr sz="1725" b="1">
                <a:solidFill>
                  <a:srgbClr val="432DD7"/>
                </a:solidFill>
              </a:defRPr>
            </a:lvl5pPr>
            <a:lvl6pPr>
              <a:defRPr sz="1725" b="1">
                <a:solidFill>
                  <a:srgbClr val="432DD7"/>
                </a:solidFill>
              </a:defRPr>
            </a:lvl6pPr>
            <a:lvl7pPr>
              <a:defRPr sz="1725" b="1">
                <a:solidFill>
                  <a:srgbClr val="432DD7"/>
                </a:solidFill>
              </a:defRPr>
            </a:lvl7pPr>
            <a:lvl8pPr>
              <a:defRPr sz="1725" b="1">
                <a:solidFill>
                  <a:srgbClr val="432DD7"/>
                </a:solidFill>
              </a:defRPr>
            </a:lvl8pPr>
            <a:lvl9pPr>
              <a:defRPr sz="1725" b="1">
                <a:solidFill>
                  <a:srgbClr val="432DD7"/>
                </a:solidFill>
              </a:defRPr>
            </a:lvl9pPr>
          </a:lstStyle>
          <a:p xmlns:a="http://schemas.openxmlformats.org/drawingml/2006/main">
            <a:pPr>
              <a:defRPr sz="1725" b="1">
                <a:solidFill>
                  <a:srgbClr val="432DD7"/>
                </a:solidFill>
              </a:defRPr>
            </a:pPr>
            <a:r>
              <a:rPr sz="1725" b="1">
                <a:solidFill>
                  <a:srgbClr val="432DD7"/>
                </a:solidFill>
              </a:rPr>
              <a:t>Timer and review</a:t>
            </a:r>
          </a:p>
        </p:txBody>
      </p:sp>
      <p:sp>
        <p:nvSpPr>
          <p:cNvPr id="9" name="">
            <a:extLst xmlns:a="http://schemas.openxmlformats.org/drawingml/2006/main">
              <a:ext uri="{FF2B5EF4-FFF2-40B4-BE49-F238E27FC236}">
                <a16:creationId xmlns:a16="http://schemas.microsoft.com/office/drawing/2014/main" id="{91E8CE00-4DB6-48E5-9CBF-0EC81B239851}"/>
              </a:ext>
            </a:extLst>
          </p:cNvPr>
          <p:cNvSpPr>
            <a:spLocks xmlns:a="http://schemas.openxmlformats.org/drawingml/2006/main" noGrp="1"/>
          </p:cNvSpPr>
          <p:nvPr/>
        </p:nvSpPr>
        <p:spPr>
          <a:xfrm xmlns:a="http://schemas.openxmlformats.org/drawingml/2006/main">
            <a:off x="7124700" y="2324100"/>
            <a:ext cx="4095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a:solidFill>
                  <a:srgbClr val="1D293D"/>
                </a:solidFill>
              </a:defRPr>
            </a:defPPr>
            <a:lvl1pPr>
              <a:defRPr sz="1575">
                <a:solidFill>
                  <a:srgbClr val="1D293D"/>
                </a:solidFill>
              </a:defRPr>
            </a:lvl1pPr>
            <a:lvl2pPr>
              <a:defRPr sz="1575">
                <a:solidFill>
                  <a:srgbClr val="1D293D"/>
                </a:solidFill>
              </a:defRPr>
            </a:lvl2pPr>
            <a:lvl3pPr>
              <a:defRPr sz="1575">
                <a:solidFill>
                  <a:srgbClr val="1D293D"/>
                </a:solidFill>
              </a:defRPr>
            </a:lvl3pPr>
            <a:lvl4pPr>
              <a:defRPr sz="1575">
                <a:solidFill>
                  <a:srgbClr val="1D293D"/>
                </a:solidFill>
              </a:defRPr>
            </a:lvl4pPr>
            <a:lvl5pPr>
              <a:defRPr sz="1575">
                <a:solidFill>
                  <a:srgbClr val="1D293D"/>
                </a:solidFill>
              </a:defRPr>
            </a:lvl5pPr>
            <a:lvl6pPr>
              <a:defRPr sz="1575">
                <a:solidFill>
                  <a:srgbClr val="1D293D"/>
                </a:solidFill>
              </a:defRPr>
            </a:lvl6pPr>
            <a:lvl7pPr>
              <a:defRPr sz="1575">
                <a:solidFill>
                  <a:srgbClr val="1D293D"/>
                </a:solidFill>
              </a:defRPr>
            </a:lvl7pPr>
            <a:lvl8pPr>
              <a:defRPr sz="1575">
                <a:solidFill>
                  <a:srgbClr val="1D293D"/>
                </a:solidFill>
              </a:defRPr>
            </a:lvl8pPr>
            <a:lvl9pPr>
              <a:defRPr sz="1575">
                <a:solidFill>
                  <a:srgbClr val="1D293D"/>
                </a:solidFill>
              </a:defRPr>
            </a:lvl9pPr>
          </a:lstStyle>
          <a:p xmlns:a="http://schemas.openxmlformats.org/drawingml/2006/main">
            <a:pPr>
              <a:defRPr sz="1575">
                <a:solidFill>
                  <a:srgbClr val="1D293D"/>
                </a:solidFill>
              </a:defRPr>
            </a:pPr>
            <a:r>
              <a:rPr sz="1575">
                <a:solidFill>
                  <a:srgbClr val="1D293D"/>
                </a:solidFill>
              </a:rPr>
              <a:t>• The deadline stays in Streamlit session state</a:t>
            </a:r>
          </a:p>
          <a:p xmlns:a="http://schemas.openxmlformats.org/drawingml/2006/main">
            <a:r>
              <a:t/>
            </a:r>
          </a:p>
          <a:p xmlns:a="http://schemas.openxmlformats.org/drawingml/2006/main">
            <a:pPr>
              <a:defRPr sz="1575">
                <a:solidFill>
                  <a:srgbClr val="1D293D"/>
                </a:solidFill>
              </a:defRPr>
            </a:pPr>
            <a:r>
              <a:rPr sz="1575">
                <a:solidFill>
                  <a:srgbClr val="1D293D"/>
                </a:solidFill>
              </a:rPr>
              <a:t>• The test refreshes once per second</a:t>
            </a:r>
          </a:p>
          <a:p xmlns:a="http://schemas.openxmlformats.org/drawingml/2006/main">
            <a:r>
              <a:t/>
            </a:r>
          </a:p>
          <a:p xmlns:a="http://schemas.openxmlformats.org/drawingml/2006/main">
            <a:pPr>
              <a:defRPr sz="1575">
                <a:solidFill>
                  <a:srgbClr val="1D293D"/>
                </a:solidFill>
              </a:defRPr>
            </a:pPr>
            <a:r>
              <a:rPr sz="1575">
                <a:solidFill>
                  <a:srgbClr val="1D293D"/>
                </a:solidFill>
              </a:rPr>
              <a:t>• Submit or time expiry shows the result and explanations</a:t>
            </a:r>
          </a:p>
        </p:txBody>
      </p:sp>
    </p:spTree>
    <p:extLst>
      <p:ext uri="{BB962C8B-B14F-4D97-AF65-F5344CB8AC3E}">
        <p14:creationId xmlns:p14="http://schemas.microsoft.com/office/powerpoint/2010/main" val="1247502079"/>
      </p:ext>
    </p:extLst>
  </p:cSld>
</p:sld>
</file>

<file path=ppt/slides/slide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BAC33E3-7FEA-4D78-875F-0DF677349F7D}"/>
              </a:ext>
            </a:extLst>
          </p:cNvPr>
          <p:cNvSpPr>
            <a:spLocks xmlns:a="http://schemas.openxmlformats.org/drawingml/2006/main" noGrp="1"/>
          </p:cNvSpPr>
          <p:nvPr/>
        </p:nvSpPr>
        <p:spPr>
          <a:xfrm xmlns:a="http://schemas.openxmlformats.org/drawingml/2006/main">
            <a:off x="704850" y="5143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020618"/>
                </a:solidFill>
              </a:defRPr>
            </a:defPPr>
            <a:lvl1pPr>
              <a:defRPr sz="3150" b="1">
                <a:solidFill>
                  <a:srgbClr val="020618"/>
                </a:solidFill>
              </a:defRPr>
            </a:lvl1pPr>
            <a:lvl2pPr>
              <a:defRPr sz="3150" b="1">
                <a:solidFill>
                  <a:srgbClr val="020618"/>
                </a:solidFill>
              </a:defRPr>
            </a:lvl2pPr>
            <a:lvl3pPr>
              <a:defRPr sz="3150" b="1">
                <a:solidFill>
                  <a:srgbClr val="020618"/>
                </a:solidFill>
              </a:defRPr>
            </a:lvl3pPr>
            <a:lvl4pPr>
              <a:defRPr sz="3150" b="1">
                <a:solidFill>
                  <a:srgbClr val="020618"/>
                </a:solidFill>
              </a:defRPr>
            </a:lvl4pPr>
            <a:lvl5pPr>
              <a:defRPr sz="3150" b="1">
                <a:solidFill>
                  <a:srgbClr val="020618"/>
                </a:solidFill>
              </a:defRPr>
            </a:lvl5pPr>
            <a:lvl6pPr>
              <a:defRPr sz="3150" b="1">
                <a:solidFill>
                  <a:srgbClr val="020618"/>
                </a:solidFill>
              </a:defRPr>
            </a:lvl6pPr>
            <a:lvl7pPr>
              <a:defRPr sz="3150" b="1">
                <a:solidFill>
                  <a:srgbClr val="020618"/>
                </a:solidFill>
              </a:defRPr>
            </a:lvl7pPr>
            <a:lvl8pPr>
              <a:defRPr sz="3150" b="1">
                <a:solidFill>
                  <a:srgbClr val="020618"/>
                </a:solidFill>
              </a:defRPr>
            </a:lvl8pPr>
            <a:lvl9pPr>
              <a:defRPr sz="3150" b="1">
                <a:solidFill>
                  <a:srgbClr val="020618"/>
                </a:solidFill>
              </a:defRPr>
            </a:lvl9pPr>
          </a:lstStyle>
          <a:p xmlns:a="http://schemas.openxmlformats.org/drawingml/2006/main">
            <a:pPr>
              <a:defRPr sz="3150" b="1">
                <a:solidFill>
                  <a:srgbClr val="020618"/>
                </a:solidFill>
              </a:defRPr>
            </a:pPr>
            <a:r>
              <a:rPr sz="3150" b="1">
                <a:solidFill>
                  <a:srgbClr val="020618"/>
                </a:solidFill>
              </a:rPr>
              <a:t>Classroom demonstration</a:t>
            </a:r>
          </a:p>
        </p:txBody>
      </p:sp>
      <p:sp>
        <p:nvSpPr>
          <p:cNvPr id="2" name="">
            <a:extLst xmlns:a="http://schemas.openxmlformats.org/drawingml/2006/main">
              <a:ext uri="{FF2B5EF4-FFF2-40B4-BE49-F238E27FC236}">
                <a16:creationId xmlns:a16="http://schemas.microsoft.com/office/drawing/2014/main" id="{B41EC9C5-B90E-4726-8EF4-9698F2C98BF0}"/>
              </a:ext>
            </a:extLst>
          </p:cNvPr>
          <p:cNvSpPr>
            <a:spLocks xmlns:a="http://schemas.openxmlformats.org/drawingml/2006/main" noGrp="1"/>
          </p:cNvSpPr>
          <p:nvPr/>
        </p:nvSpPr>
        <p:spPr>
          <a:xfrm xmlns:a="http://schemas.openxmlformats.org/drawingml/2006/main">
            <a:off x="723900" y="1209675"/>
            <a:ext cx="552450" cy="47625"/>
          </a:xfrm>
          <a:prstGeom xmlns:a="http://schemas.openxmlformats.org/drawingml/2006/main" prst="rect">
            <a:avLst/>
          </a:prstGeom>
          <a:solidFill xmlns:a="http://schemas.openxmlformats.org/drawingml/2006/main">
            <a:srgbClr val="432DD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DAEA5CE-AF66-4056-8093-21A40F18D618}"/>
              </a:ext>
            </a:extLst>
          </p:cNvPr>
          <p:cNvSpPr>
            <a:spLocks xmlns:a="http://schemas.openxmlformats.org/drawingml/2006/main" noGrp="1"/>
          </p:cNvSpPr>
          <p:nvPr/>
        </p:nvSpPr>
        <p:spPr>
          <a:xfrm xmlns:a="http://schemas.openxmlformats.org/drawingml/2006/main">
            <a:off x="10953750" y="5905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200" b="1">
                <a:solidFill>
                  <a:srgbClr val="45556C"/>
                </a:solidFill>
              </a:defRPr>
            </a:defPPr>
            <a:lvl1pPr algn="r">
              <a:defRPr sz="1200" b="1">
                <a:solidFill>
                  <a:srgbClr val="45556C"/>
                </a:solidFill>
              </a:defRPr>
            </a:lvl1pPr>
            <a:lvl2pPr algn="r">
              <a:defRPr sz="1200" b="1">
                <a:solidFill>
                  <a:srgbClr val="45556C"/>
                </a:solidFill>
              </a:defRPr>
            </a:lvl2pPr>
            <a:lvl3pPr algn="r">
              <a:defRPr sz="1200" b="1">
                <a:solidFill>
                  <a:srgbClr val="45556C"/>
                </a:solidFill>
              </a:defRPr>
            </a:lvl3pPr>
            <a:lvl4pPr algn="r">
              <a:defRPr sz="1200" b="1">
                <a:solidFill>
                  <a:srgbClr val="45556C"/>
                </a:solidFill>
              </a:defRPr>
            </a:lvl4pPr>
            <a:lvl5pPr algn="r">
              <a:defRPr sz="1200" b="1">
                <a:solidFill>
                  <a:srgbClr val="45556C"/>
                </a:solidFill>
              </a:defRPr>
            </a:lvl5pPr>
            <a:lvl6pPr algn="r">
              <a:defRPr sz="1200" b="1">
                <a:solidFill>
                  <a:srgbClr val="45556C"/>
                </a:solidFill>
              </a:defRPr>
            </a:lvl6pPr>
            <a:lvl7pPr algn="r">
              <a:defRPr sz="1200" b="1">
                <a:solidFill>
                  <a:srgbClr val="45556C"/>
                </a:solidFill>
              </a:defRPr>
            </a:lvl7pPr>
            <a:lvl8pPr algn="r">
              <a:defRPr sz="1200" b="1">
                <a:solidFill>
                  <a:srgbClr val="45556C"/>
                </a:solidFill>
              </a:defRPr>
            </a:lvl8pPr>
            <a:lvl9pPr algn="r">
              <a:defRPr sz="1200" b="1">
                <a:solidFill>
                  <a:srgbClr val="45556C"/>
                </a:solidFill>
              </a:defRPr>
            </a:lvl9pPr>
          </a:lstStyle>
          <a:p xmlns:a="http://schemas.openxmlformats.org/drawingml/2006/main">
            <a:pPr algn="r">
              <a:defRPr sz="1200" b="1">
                <a:solidFill>
                  <a:srgbClr val="45556C"/>
                </a:solidFill>
              </a:defRPr>
            </a:pPr>
            <a:r>
              <a:rPr sz="1200" b="1">
                <a:solidFill>
                  <a:srgbClr val="45556C"/>
                </a:solidFill>
              </a:rPr>
              <a:t>08</a:t>
            </a:r>
          </a:p>
        </p:txBody>
      </p:sp>
      <p:sp>
        <p:nvSpPr>
          <p:cNvPr id="4" name="">
            <a:extLst xmlns:a="http://schemas.openxmlformats.org/drawingml/2006/main">
              <a:ext uri="{FF2B5EF4-FFF2-40B4-BE49-F238E27FC236}">
                <a16:creationId xmlns:a16="http://schemas.microsoft.com/office/drawing/2014/main" id="{B12965ED-64A8-4E0E-9E0D-2E0B522730C4}"/>
              </a:ext>
            </a:extLst>
          </p:cNvPr>
          <p:cNvSpPr>
            <a:spLocks xmlns:a="http://schemas.openxmlformats.org/drawingml/2006/main" noGrp="1"/>
          </p:cNvSpPr>
          <p:nvPr/>
        </p:nvSpPr>
        <p:spPr>
          <a:xfrm xmlns:a="http://schemas.openxmlformats.org/drawingml/2006/main">
            <a:off x="990600" y="1743075"/>
            <a:ext cx="704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009689"/>
                </a:solidFill>
              </a:defRPr>
            </a:defPPr>
            <a:lvl1pPr>
              <a:defRPr sz="1875" b="1">
                <a:solidFill>
                  <a:srgbClr val="009689"/>
                </a:solidFill>
              </a:defRPr>
            </a:lvl1pPr>
            <a:lvl2pPr>
              <a:defRPr sz="1875" b="1">
                <a:solidFill>
                  <a:srgbClr val="009689"/>
                </a:solidFill>
              </a:defRPr>
            </a:lvl2pPr>
            <a:lvl3pPr>
              <a:defRPr sz="1875" b="1">
                <a:solidFill>
                  <a:srgbClr val="009689"/>
                </a:solidFill>
              </a:defRPr>
            </a:lvl3pPr>
            <a:lvl4pPr>
              <a:defRPr sz="1875" b="1">
                <a:solidFill>
                  <a:srgbClr val="009689"/>
                </a:solidFill>
              </a:defRPr>
            </a:lvl4pPr>
            <a:lvl5pPr>
              <a:defRPr sz="1875" b="1">
                <a:solidFill>
                  <a:srgbClr val="009689"/>
                </a:solidFill>
              </a:defRPr>
            </a:lvl5pPr>
            <a:lvl6pPr>
              <a:defRPr sz="1875" b="1">
                <a:solidFill>
                  <a:srgbClr val="009689"/>
                </a:solidFill>
              </a:defRPr>
            </a:lvl6pPr>
            <a:lvl7pPr>
              <a:defRPr sz="1875" b="1">
                <a:solidFill>
                  <a:srgbClr val="009689"/>
                </a:solidFill>
              </a:defRPr>
            </a:lvl7pPr>
            <a:lvl8pPr>
              <a:defRPr sz="1875" b="1">
                <a:solidFill>
                  <a:srgbClr val="009689"/>
                </a:solidFill>
              </a:defRPr>
            </a:lvl8pPr>
            <a:lvl9pPr>
              <a:defRPr sz="1875" b="1">
                <a:solidFill>
                  <a:srgbClr val="009689"/>
                </a:solidFill>
              </a:defRPr>
            </a:lvl9pPr>
          </a:lstStyle>
          <a:p xmlns:a="http://schemas.openxmlformats.org/drawingml/2006/main">
            <a:pPr>
              <a:defRPr sz="1875" b="1">
                <a:solidFill>
                  <a:srgbClr val="009689"/>
                </a:solidFill>
              </a:defRPr>
            </a:pPr>
            <a:r>
              <a:rPr sz="1875" b="1">
                <a:solidFill>
                  <a:srgbClr val="009689"/>
                </a:solidFill>
              </a:rPr>
              <a:t>01</a:t>
            </a:r>
          </a:p>
        </p:txBody>
      </p:sp>
      <p:sp>
        <p:nvSpPr>
          <p:cNvPr id="5" name="">
            <a:extLst xmlns:a="http://schemas.openxmlformats.org/drawingml/2006/main">
              <a:ext uri="{FF2B5EF4-FFF2-40B4-BE49-F238E27FC236}">
                <a16:creationId xmlns:a16="http://schemas.microsoft.com/office/drawing/2014/main" id="{35456EB2-2189-4424-B596-E5A6D89CCAC9}"/>
              </a:ext>
            </a:extLst>
          </p:cNvPr>
          <p:cNvSpPr>
            <a:spLocks xmlns:a="http://schemas.openxmlformats.org/drawingml/2006/main" noGrp="1"/>
          </p:cNvSpPr>
          <p:nvPr/>
        </p:nvSpPr>
        <p:spPr>
          <a:xfrm xmlns:a="http://schemas.openxmlformats.org/drawingml/2006/main">
            <a:off x="1885950" y="1762125"/>
            <a:ext cx="876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a:solidFill>
                  <a:srgbClr val="1D293D"/>
                </a:solidFill>
              </a:defRPr>
            </a:defPPr>
            <a:lvl1pPr>
              <a:defRPr sz="1725">
                <a:solidFill>
                  <a:srgbClr val="1D293D"/>
                </a:solidFill>
              </a:defRPr>
            </a:lvl1pPr>
            <a:lvl2pPr>
              <a:defRPr sz="1725">
                <a:solidFill>
                  <a:srgbClr val="1D293D"/>
                </a:solidFill>
              </a:defRPr>
            </a:lvl2pPr>
            <a:lvl3pPr>
              <a:defRPr sz="1725">
                <a:solidFill>
                  <a:srgbClr val="1D293D"/>
                </a:solidFill>
              </a:defRPr>
            </a:lvl3pPr>
            <a:lvl4pPr>
              <a:defRPr sz="1725">
                <a:solidFill>
                  <a:srgbClr val="1D293D"/>
                </a:solidFill>
              </a:defRPr>
            </a:lvl4pPr>
            <a:lvl5pPr>
              <a:defRPr sz="1725">
                <a:solidFill>
                  <a:srgbClr val="1D293D"/>
                </a:solidFill>
              </a:defRPr>
            </a:lvl5pPr>
            <a:lvl6pPr>
              <a:defRPr sz="1725">
                <a:solidFill>
                  <a:srgbClr val="1D293D"/>
                </a:solidFill>
              </a:defRPr>
            </a:lvl6pPr>
            <a:lvl7pPr>
              <a:defRPr sz="1725">
                <a:solidFill>
                  <a:srgbClr val="1D293D"/>
                </a:solidFill>
              </a:defRPr>
            </a:lvl7pPr>
            <a:lvl8pPr>
              <a:defRPr sz="1725">
                <a:solidFill>
                  <a:srgbClr val="1D293D"/>
                </a:solidFill>
              </a:defRPr>
            </a:lvl8pPr>
            <a:lvl9pPr>
              <a:defRPr sz="1725">
                <a:solidFill>
                  <a:srgbClr val="1D293D"/>
                </a:solidFill>
              </a:defRPr>
            </a:lvl9pPr>
          </a:lstStyle>
          <a:p xmlns:a="http://schemas.openxmlformats.org/drawingml/2006/main">
            <a:pPr>
              <a:defRPr sz="1725">
                <a:solidFill>
                  <a:srgbClr val="1D293D"/>
                </a:solidFill>
              </a:defRPr>
            </a:pPr>
            <a:r>
              <a:rPr sz="1725">
                <a:solidFill>
                  <a:srgbClr val="1D293D"/>
                </a:solidFill>
              </a:rPr>
              <a:t>Create an account and verify its email code</a:t>
            </a:r>
          </a:p>
        </p:txBody>
      </p:sp>
      <p:sp>
        <p:nvSpPr>
          <p:cNvPr id="6" name="">
            <a:extLst xmlns:a="http://schemas.openxmlformats.org/drawingml/2006/main">
              <a:ext uri="{FF2B5EF4-FFF2-40B4-BE49-F238E27FC236}">
                <a16:creationId xmlns:a16="http://schemas.microsoft.com/office/drawing/2014/main" id="{DF852F7E-9F40-4EE1-8735-0BB4BC0F6095}"/>
              </a:ext>
            </a:extLst>
          </p:cNvPr>
          <p:cNvSpPr>
            <a:spLocks xmlns:a="http://schemas.openxmlformats.org/drawingml/2006/main" noGrp="1"/>
          </p:cNvSpPr>
          <p:nvPr/>
        </p:nvSpPr>
        <p:spPr>
          <a:xfrm xmlns:a="http://schemas.openxmlformats.org/drawingml/2006/main">
            <a:off x="1885950" y="2295525"/>
            <a:ext cx="8477250" cy="9525"/>
          </a:xfrm>
          <a:prstGeom xmlns:a="http://schemas.openxmlformats.org/drawingml/2006/main" prst="rect">
            <a:avLst/>
          </a:prstGeom>
          <a:solidFill xmlns:a="http://schemas.openxmlformats.org/drawingml/2006/main">
            <a:srgbClr val="CAD5E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8851A47-402B-4F0F-BB04-C4398CBBE3A0}"/>
              </a:ext>
            </a:extLst>
          </p:cNvPr>
          <p:cNvSpPr>
            <a:spLocks xmlns:a="http://schemas.openxmlformats.org/drawingml/2006/main" noGrp="1"/>
          </p:cNvSpPr>
          <p:nvPr/>
        </p:nvSpPr>
        <p:spPr>
          <a:xfrm xmlns:a="http://schemas.openxmlformats.org/drawingml/2006/main">
            <a:off x="990600" y="2495550"/>
            <a:ext cx="704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009689"/>
                </a:solidFill>
              </a:defRPr>
            </a:defPPr>
            <a:lvl1pPr>
              <a:defRPr sz="1875" b="1">
                <a:solidFill>
                  <a:srgbClr val="009689"/>
                </a:solidFill>
              </a:defRPr>
            </a:lvl1pPr>
            <a:lvl2pPr>
              <a:defRPr sz="1875" b="1">
                <a:solidFill>
                  <a:srgbClr val="009689"/>
                </a:solidFill>
              </a:defRPr>
            </a:lvl2pPr>
            <a:lvl3pPr>
              <a:defRPr sz="1875" b="1">
                <a:solidFill>
                  <a:srgbClr val="009689"/>
                </a:solidFill>
              </a:defRPr>
            </a:lvl3pPr>
            <a:lvl4pPr>
              <a:defRPr sz="1875" b="1">
                <a:solidFill>
                  <a:srgbClr val="009689"/>
                </a:solidFill>
              </a:defRPr>
            </a:lvl4pPr>
            <a:lvl5pPr>
              <a:defRPr sz="1875" b="1">
                <a:solidFill>
                  <a:srgbClr val="009689"/>
                </a:solidFill>
              </a:defRPr>
            </a:lvl5pPr>
            <a:lvl6pPr>
              <a:defRPr sz="1875" b="1">
                <a:solidFill>
                  <a:srgbClr val="009689"/>
                </a:solidFill>
              </a:defRPr>
            </a:lvl6pPr>
            <a:lvl7pPr>
              <a:defRPr sz="1875" b="1">
                <a:solidFill>
                  <a:srgbClr val="009689"/>
                </a:solidFill>
              </a:defRPr>
            </a:lvl7pPr>
            <a:lvl8pPr>
              <a:defRPr sz="1875" b="1">
                <a:solidFill>
                  <a:srgbClr val="009689"/>
                </a:solidFill>
              </a:defRPr>
            </a:lvl8pPr>
            <a:lvl9pPr>
              <a:defRPr sz="1875" b="1">
                <a:solidFill>
                  <a:srgbClr val="009689"/>
                </a:solidFill>
              </a:defRPr>
            </a:lvl9pPr>
          </a:lstStyle>
          <a:p xmlns:a="http://schemas.openxmlformats.org/drawingml/2006/main">
            <a:pPr>
              <a:defRPr sz="1875" b="1">
                <a:solidFill>
                  <a:srgbClr val="009689"/>
                </a:solidFill>
              </a:defRPr>
            </a:pPr>
            <a:r>
              <a:rPr sz="1875" b="1">
                <a:solidFill>
                  <a:srgbClr val="009689"/>
                </a:solidFill>
              </a:rPr>
              <a:t>02</a:t>
            </a:r>
          </a:p>
        </p:txBody>
      </p:sp>
      <p:sp>
        <p:nvSpPr>
          <p:cNvPr id="8" name="">
            <a:extLst xmlns:a="http://schemas.openxmlformats.org/drawingml/2006/main">
              <a:ext uri="{FF2B5EF4-FFF2-40B4-BE49-F238E27FC236}">
                <a16:creationId xmlns:a16="http://schemas.microsoft.com/office/drawing/2014/main" id="{EAFCDC31-A175-48F7-BC29-E032810358E7}"/>
              </a:ext>
            </a:extLst>
          </p:cNvPr>
          <p:cNvSpPr>
            <a:spLocks xmlns:a="http://schemas.openxmlformats.org/drawingml/2006/main" noGrp="1"/>
          </p:cNvSpPr>
          <p:nvPr/>
        </p:nvSpPr>
        <p:spPr>
          <a:xfrm xmlns:a="http://schemas.openxmlformats.org/drawingml/2006/main">
            <a:off x="1885950" y="2514600"/>
            <a:ext cx="876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a:solidFill>
                  <a:srgbClr val="1D293D"/>
                </a:solidFill>
              </a:defRPr>
            </a:defPPr>
            <a:lvl1pPr>
              <a:defRPr sz="1725">
                <a:solidFill>
                  <a:srgbClr val="1D293D"/>
                </a:solidFill>
              </a:defRPr>
            </a:lvl1pPr>
            <a:lvl2pPr>
              <a:defRPr sz="1725">
                <a:solidFill>
                  <a:srgbClr val="1D293D"/>
                </a:solidFill>
              </a:defRPr>
            </a:lvl2pPr>
            <a:lvl3pPr>
              <a:defRPr sz="1725">
                <a:solidFill>
                  <a:srgbClr val="1D293D"/>
                </a:solidFill>
              </a:defRPr>
            </a:lvl3pPr>
            <a:lvl4pPr>
              <a:defRPr sz="1725">
                <a:solidFill>
                  <a:srgbClr val="1D293D"/>
                </a:solidFill>
              </a:defRPr>
            </a:lvl4pPr>
            <a:lvl5pPr>
              <a:defRPr sz="1725">
                <a:solidFill>
                  <a:srgbClr val="1D293D"/>
                </a:solidFill>
              </a:defRPr>
            </a:lvl5pPr>
            <a:lvl6pPr>
              <a:defRPr sz="1725">
                <a:solidFill>
                  <a:srgbClr val="1D293D"/>
                </a:solidFill>
              </a:defRPr>
            </a:lvl6pPr>
            <a:lvl7pPr>
              <a:defRPr sz="1725">
                <a:solidFill>
                  <a:srgbClr val="1D293D"/>
                </a:solidFill>
              </a:defRPr>
            </a:lvl7pPr>
            <a:lvl8pPr>
              <a:defRPr sz="1725">
                <a:solidFill>
                  <a:srgbClr val="1D293D"/>
                </a:solidFill>
              </a:defRPr>
            </a:lvl8pPr>
            <a:lvl9pPr>
              <a:defRPr sz="1725">
                <a:solidFill>
                  <a:srgbClr val="1D293D"/>
                </a:solidFill>
              </a:defRPr>
            </a:lvl9pPr>
          </a:lstStyle>
          <a:p xmlns:a="http://schemas.openxmlformats.org/drawingml/2006/main">
            <a:pPr>
              <a:defRPr sz="1725">
                <a:solidFill>
                  <a:srgbClr val="1D293D"/>
                </a:solidFill>
              </a:defRPr>
            </a:pPr>
            <a:r>
              <a:rPr sz="1725">
                <a:solidFill>
                  <a:srgbClr val="1D293D"/>
                </a:solidFill>
              </a:rPr>
              <a:t>Open the dashboard and filter the question bank</a:t>
            </a:r>
          </a:p>
        </p:txBody>
      </p:sp>
      <p:sp>
        <p:nvSpPr>
          <p:cNvPr id="9" name="">
            <a:extLst xmlns:a="http://schemas.openxmlformats.org/drawingml/2006/main">
              <a:ext uri="{FF2B5EF4-FFF2-40B4-BE49-F238E27FC236}">
                <a16:creationId xmlns:a16="http://schemas.microsoft.com/office/drawing/2014/main" id="{77878F01-7FB5-4E36-A15C-F04C283914E4}"/>
              </a:ext>
            </a:extLst>
          </p:cNvPr>
          <p:cNvSpPr>
            <a:spLocks xmlns:a="http://schemas.openxmlformats.org/drawingml/2006/main" noGrp="1"/>
          </p:cNvSpPr>
          <p:nvPr/>
        </p:nvSpPr>
        <p:spPr>
          <a:xfrm xmlns:a="http://schemas.openxmlformats.org/drawingml/2006/main">
            <a:off x="1885950" y="3048000"/>
            <a:ext cx="8477250" cy="9525"/>
          </a:xfrm>
          <a:prstGeom xmlns:a="http://schemas.openxmlformats.org/drawingml/2006/main" prst="rect">
            <a:avLst/>
          </a:prstGeom>
          <a:solidFill xmlns:a="http://schemas.openxmlformats.org/drawingml/2006/main">
            <a:srgbClr val="CAD5E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B6251A9-83FD-49E8-9760-75C5F38A6123}"/>
              </a:ext>
            </a:extLst>
          </p:cNvPr>
          <p:cNvSpPr>
            <a:spLocks xmlns:a="http://schemas.openxmlformats.org/drawingml/2006/main" noGrp="1"/>
          </p:cNvSpPr>
          <p:nvPr/>
        </p:nvSpPr>
        <p:spPr>
          <a:xfrm xmlns:a="http://schemas.openxmlformats.org/drawingml/2006/main">
            <a:off x="990600" y="3248025"/>
            <a:ext cx="704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009689"/>
                </a:solidFill>
              </a:defRPr>
            </a:defPPr>
            <a:lvl1pPr>
              <a:defRPr sz="1875" b="1">
                <a:solidFill>
                  <a:srgbClr val="009689"/>
                </a:solidFill>
              </a:defRPr>
            </a:lvl1pPr>
            <a:lvl2pPr>
              <a:defRPr sz="1875" b="1">
                <a:solidFill>
                  <a:srgbClr val="009689"/>
                </a:solidFill>
              </a:defRPr>
            </a:lvl2pPr>
            <a:lvl3pPr>
              <a:defRPr sz="1875" b="1">
                <a:solidFill>
                  <a:srgbClr val="009689"/>
                </a:solidFill>
              </a:defRPr>
            </a:lvl3pPr>
            <a:lvl4pPr>
              <a:defRPr sz="1875" b="1">
                <a:solidFill>
                  <a:srgbClr val="009689"/>
                </a:solidFill>
              </a:defRPr>
            </a:lvl4pPr>
            <a:lvl5pPr>
              <a:defRPr sz="1875" b="1">
                <a:solidFill>
                  <a:srgbClr val="009689"/>
                </a:solidFill>
              </a:defRPr>
            </a:lvl5pPr>
            <a:lvl6pPr>
              <a:defRPr sz="1875" b="1">
                <a:solidFill>
                  <a:srgbClr val="009689"/>
                </a:solidFill>
              </a:defRPr>
            </a:lvl6pPr>
            <a:lvl7pPr>
              <a:defRPr sz="1875" b="1">
                <a:solidFill>
                  <a:srgbClr val="009689"/>
                </a:solidFill>
              </a:defRPr>
            </a:lvl7pPr>
            <a:lvl8pPr>
              <a:defRPr sz="1875" b="1">
                <a:solidFill>
                  <a:srgbClr val="009689"/>
                </a:solidFill>
              </a:defRPr>
            </a:lvl8pPr>
            <a:lvl9pPr>
              <a:defRPr sz="1875" b="1">
                <a:solidFill>
                  <a:srgbClr val="009689"/>
                </a:solidFill>
              </a:defRPr>
            </a:lvl9pPr>
          </a:lstStyle>
          <a:p xmlns:a="http://schemas.openxmlformats.org/drawingml/2006/main">
            <a:pPr>
              <a:defRPr sz="1875" b="1">
                <a:solidFill>
                  <a:srgbClr val="009689"/>
                </a:solidFill>
              </a:defRPr>
            </a:pPr>
            <a:r>
              <a:rPr sz="1875" b="1">
                <a:solidFill>
                  <a:srgbClr val="009689"/>
                </a:solidFill>
              </a:rPr>
              <a:t>03</a:t>
            </a:r>
          </a:p>
        </p:txBody>
      </p:sp>
      <p:sp>
        <p:nvSpPr>
          <p:cNvPr id="11" name="">
            <a:extLst xmlns:a="http://schemas.openxmlformats.org/drawingml/2006/main">
              <a:ext uri="{FF2B5EF4-FFF2-40B4-BE49-F238E27FC236}">
                <a16:creationId xmlns:a16="http://schemas.microsoft.com/office/drawing/2014/main" id="{7B65C4EA-CE63-4C11-AE79-F8F45138D388}"/>
              </a:ext>
            </a:extLst>
          </p:cNvPr>
          <p:cNvSpPr>
            <a:spLocks xmlns:a="http://schemas.openxmlformats.org/drawingml/2006/main" noGrp="1"/>
          </p:cNvSpPr>
          <p:nvPr/>
        </p:nvSpPr>
        <p:spPr>
          <a:xfrm xmlns:a="http://schemas.openxmlformats.org/drawingml/2006/main">
            <a:off x="1885950" y="3267075"/>
            <a:ext cx="876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a:solidFill>
                  <a:srgbClr val="1D293D"/>
                </a:solidFill>
              </a:defRPr>
            </a:defPPr>
            <a:lvl1pPr>
              <a:defRPr sz="1725">
                <a:solidFill>
                  <a:srgbClr val="1D293D"/>
                </a:solidFill>
              </a:defRPr>
            </a:lvl1pPr>
            <a:lvl2pPr>
              <a:defRPr sz="1725">
                <a:solidFill>
                  <a:srgbClr val="1D293D"/>
                </a:solidFill>
              </a:defRPr>
            </a:lvl2pPr>
            <a:lvl3pPr>
              <a:defRPr sz="1725">
                <a:solidFill>
                  <a:srgbClr val="1D293D"/>
                </a:solidFill>
              </a:defRPr>
            </a:lvl3pPr>
            <a:lvl4pPr>
              <a:defRPr sz="1725">
                <a:solidFill>
                  <a:srgbClr val="1D293D"/>
                </a:solidFill>
              </a:defRPr>
            </a:lvl4pPr>
            <a:lvl5pPr>
              <a:defRPr sz="1725">
                <a:solidFill>
                  <a:srgbClr val="1D293D"/>
                </a:solidFill>
              </a:defRPr>
            </a:lvl5pPr>
            <a:lvl6pPr>
              <a:defRPr sz="1725">
                <a:solidFill>
                  <a:srgbClr val="1D293D"/>
                </a:solidFill>
              </a:defRPr>
            </a:lvl6pPr>
            <a:lvl7pPr>
              <a:defRPr sz="1725">
                <a:solidFill>
                  <a:srgbClr val="1D293D"/>
                </a:solidFill>
              </a:defRPr>
            </a:lvl7pPr>
            <a:lvl8pPr>
              <a:defRPr sz="1725">
                <a:solidFill>
                  <a:srgbClr val="1D293D"/>
                </a:solidFill>
              </a:defRPr>
            </a:lvl8pPr>
            <a:lvl9pPr>
              <a:defRPr sz="1725">
                <a:solidFill>
                  <a:srgbClr val="1D293D"/>
                </a:solidFill>
              </a:defRPr>
            </a:lvl9pPr>
          </a:lstStyle>
          <a:p xmlns:a="http://schemas.openxmlformats.org/drawingml/2006/main">
            <a:pPr>
              <a:defRPr sz="1725">
                <a:solidFill>
                  <a:srgbClr val="1D293D"/>
                </a:solidFill>
              </a:defRPr>
            </a:pPr>
            <a:r>
              <a:rPr sz="1725">
                <a:solidFill>
                  <a:srgbClr val="1D293D"/>
                </a:solidFill>
              </a:rPr>
              <a:t>Bookmark a question and show the saved list</a:t>
            </a:r>
          </a:p>
        </p:txBody>
      </p:sp>
      <p:sp>
        <p:nvSpPr>
          <p:cNvPr id="12" name="">
            <a:extLst xmlns:a="http://schemas.openxmlformats.org/drawingml/2006/main">
              <a:ext uri="{FF2B5EF4-FFF2-40B4-BE49-F238E27FC236}">
                <a16:creationId xmlns:a16="http://schemas.microsoft.com/office/drawing/2014/main" id="{2D0E8439-CB06-4365-A9B0-C231E184E72A}"/>
              </a:ext>
            </a:extLst>
          </p:cNvPr>
          <p:cNvSpPr>
            <a:spLocks xmlns:a="http://schemas.openxmlformats.org/drawingml/2006/main" noGrp="1"/>
          </p:cNvSpPr>
          <p:nvPr/>
        </p:nvSpPr>
        <p:spPr>
          <a:xfrm xmlns:a="http://schemas.openxmlformats.org/drawingml/2006/main">
            <a:off x="1885950" y="3800475"/>
            <a:ext cx="8477250" cy="9525"/>
          </a:xfrm>
          <a:prstGeom xmlns:a="http://schemas.openxmlformats.org/drawingml/2006/main" prst="rect">
            <a:avLst/>
          </a:prstGeom>
          <a:solidFill xmlns:a="http://schemas.openxmlformats.org/drawingml/2006/main">
            <a:srgbClr val="CAD5E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725D5DD-B85C-4EF6-9B3A-2EEC8C8E5847}"/>
              </a:ext>
            </a:extLst>
          </p:cNvPr>
          <p:cNvSpPr>
            <a:spLocks xmlns:a="http://schemas.openxmlformats.org/drawingml/2006/main" noGrp="1"/>
          </p:cNvSpPr>
          <p:nvPr/>
        </p:nvSpPr>
        <p:spPr>
          <a:xfrm xmlns:a="http://schemas.openxmlformats.org/drawingml/2006/main">
            <a:off x="990600" y="4000500"/>
            <a:ext cx="704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009689"/>
                </a:solidFill>
              </a:defRPr>
            </a:defPPr>
            <a:lvl1pPr>
              <a:defRPr sz="1875" b="1">
                <a:solidFill>
                  <a:srgbClr val="009689"/>
                </a:solidFill>
              </a:defRPr>
            </a:lvl1pPr>
            <a:lvl2pPr>
              <a:defRPr sz="1875" b="1">
                <a:solidFill>
                  <a:srgbClr val="009689"/>
                </a:solidFill>
              </a:defRPr>
            </a:lvl2pPr>
            <a:lvl3pPr>
              <a:defRPr sz="1875" b="1">
                <a:solidFill>
                  <a:srgbClr val="009689"/>
                </a:solidFill>
              </a:defRPr>
            </a:lvl3pPr>
            <a:lvl4pPr>
              <a:defRPr sz="1875" b="1">
                <a:solidFill>
                  <a:srgbClr val="009689"/>
                </a:solidFill>
              </a:defRPr>
            </a:lvl4pPr>
            <a:lvl5pPr>
              <a:defRPr sz="1875" b="1">
                <a:solidFill>
                  <a:srgbClr val="009689"/>
                </a:solidFill>
              </a:defRPr>
            </a:lvl5pPr>
            <a:lvl6pPr>
              <a:defRPr sz="1875" b="1">
                <a:solidFill>
                  <a:srgbClr val="009689"/>
                </a:solidFill>
              </a:defRPr>
            </a:lvl6pPr>
            <a:lvl7pPr>
              <a:defRPr sz="1875" b="1">
                <a:solidFill>
                  <a:srgbClr val="009689"/>
                </a:solidFill>
              </a:defRPr>
            </a:lvl7pPr>
            <a:lvl8pPr>
              <a:defRPr sz="1875" b="1">
                <a:solidFill>
                  <a:srgbClr val="009689"/>
                </a:solidFill>
              </a:defRPr>
            </a:lvl8pPr>
            <a:lvl9pPr>
              <a:defRPr sz="1875" b="1">
                <a:solidFill>
                  <a:srgbClr val="009689"/>
                </a:solidFill>
              </a:defRPr>
            </a:lvl9pPr>
          </a:lstStyle>
          <a:p xmlns:a="http://schemas.openxmlformats.org/drawingml/2006/main">
            <a:pPr>
              <a:defRPr sz="1875" b="1">
                <a:solidFill>
                  <a:srgbClr val="009689"/>
                </a:solidFill>
              </a:defRPr>
            </a:pPr>
            <a:r>
              <a:rPr sz="1875" b="1">
                <a:solidFill>
                  <a:srgbClr val="009689"/>
                </a:solidFill>
              </a:rPr>
              <a:t>04</a:t>
            </a:r>
          </a:p>
        </p:txBody>
      </p:sp>
      <p:sp>
        <p:nvSpPr>
          <p:cNvPr id="14" name="">
            <a:extLst xmlns:a="http://schemas.openxmlformats.org/drawingml/2006/main">
              <a:ext uri="{FF2B5EF4-FFF2-40B4-BE49-F238E27FC236}">
                <a16:creationId xmlns:a16="http://schemas.microsoft.com/office/drawing/2014/main" id="{BAC2D752-9C56-4BC5-AADE-BD3ADBC5C136}"/>
              </a:ext>
            </a:extLst>
          </p:cNvPr>
          <p:cNvSpPr>
            <a:spLocks xmlns:a="http://schemas.openxmlformats.org/drawingml/2006/main" noGrp="1"/>
          </p:cNvSpPr>
          <p:nvPr/>
        </p:nvSpPr>
        <p:spPr>
          <a:xfrm xmlns:a="http://schemas.openxmlformats.org/drawingml/2006/main">
            <a:off x="1885950" y="4019550"/>
            <a:ext cx="876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a:solidFill>
                  <a:srgbClr val="1D293D"/>
                </a:solidFill>
              </a:defRPr>
            </a:defPPr>
            <a:lvl1pPr>
              <a:defRPr sz="1725">
                <a:solidFill>
                  <a:srgbClr val="1D293D"/>
                </a:solidFill>
              </a:defRPr>
            </a:lvl1pPr>
            <a:lvl2pPr>
              <a:defRPr sz="1725">
                <a:solidFill>
                  <a:srgbClr val="1D293D"/>
                </a:solidFill>
              </a:defRPr>
            </a:lvl2pPr>
            <a:lvl3pPr>
              <a:defRPr sz="1725">
                <a:solidFill>
                  <a:srgbClr val="1D293D"/>
                </a:solidFill>
              </a:defRPr>
            </a:lvl3pPr>
            <a:lvl4pPr>
              <a:defRPr sz="1725">
                <a:solidFill>
                  <a:srgbClr val="1D293D"/>
                </a:solidFill>
              </a:defRPr>
            </a:lvl4pPr>
            <a:lvl5pPr>
              <a:defRPr sz="1725">
                <a:solidFill>
                  <a:srgbClr val="1D293D"/>
                </a:solidFill>
              </a:defRPr>
            </a:lvl5pPr>
            <a:lvl6pPr>
              <a:defRPr sz="1725">
                <a:solidFill>
                  <a:srgbClr val="1D293D"/>
                </a:solidFill>
              </a:defRPr>
            </a:lvl6pPr>
            <a:lvl7pPr>
              <a:defRPr sz="1725">
                <a:solidFill>
                  <a:srgbClr val="1D293D"/>
                </a:solidFill>
              </a:defRPr>
            </a:lvl7pPr>
            <a:lvl8pPr>
              <a:defRPr sz="1725">
                <a:solidFill>
                  <a:srgbClr val="1D293D"/>
                </a:solidFill>
              </a:defRPr>
            </a:lvl8pPr>
            <a:lvl9pPr>
              <a:defRPr sz="1725">
                <a:solidFill>
                  <a:srgbClr val="1D293D"/>
                </a:solidFill>
              </a:defRPr>
            </a:lvl9pPr>
          </a:lstStyle>
          <a:p xmlns:a="http://schemas.openxmlformats.org/drawingml/2006/main">
            <a:pPr>
              <a:defRPr sz="1725">
                <a:solidFill>
                  <a:srgbClr val="1D293D"/>
                </a:solidFill>
              </a:defRPr>
            </a:pPr>
            <a:r>
              <a:rPr sz="1725">
                <a:solidFill>
                  <a:srgbClr val="1D293D"/>
                </a:solidFill>
              </a:rPr>
              <a:t>Manage one MCQ with admin CRUD</a:t>
            </a:r>
          </a:p>
        </p:txBody>
      </p:sp>
      <p:sp>
        <p:nvSpPr>
          <p:cNvPr id="15" name="">
            <a:extLst xmlns:a="http://schemas.openxmlformats.org/drawingml/2006/main">
              <a:ext uri="{FF2B5EF4-FFF2-40B4-BE49-F238E27FC236}">
                <a16:creationId xmlns:a16="http://schemas.microsoft.com/office/drawing/2014/main" id="{15392593-B74B-487A-8111-18B35149ECCA}"/>
              </a:ext>
            </a:extLst>
          </p:cNvPr>
          <p:cNvSpPr>
            <a:spLocks xmlns:a="http://schemas.openxmlformats.org/drawingml/2006/main" noGrp="1"/>
          </p:cNvSpPr>
          <p:nvPr/>
        </p:nvSpPr>
        <p:spPr>
          <a:xfrm xmlns:a="http://schemas.openxmlformats.org/drawingml/2006/main">
            <a:off x="1885950" y="4552950"/>
            <a:ext cx="8477250" cy="9525"/>
          </a:xfrm>
          <a:prstGeom xmlns:a="http://schemas.openxmlformats.org/drawingml/2006/main" prst="rect">
            <a:avLst/>
          </a:prstGeom>
          <a:solidFill xmlns:a="http://schemas.openxmlformats.org/drawingml/2006/main">
            <a:srgbClr val="CAD5E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0FBEF6B-1E48-4D98-A849-D829AA37B37E}"/>
              </a:ext>
            </a:extLst>
          </p:cNvPr>
          <p:cNvSpPr>
            <a:spLocks xmlns:a="http://schemas.openxmlformats.org/drawingml/2006/main" noGrp="1"/>
          </p:cNvSpPr>
          <p:nvPr/>
        </p:nvSpPr>
        <p:spPr>
          <a:xfrm xmlns:a="http://schemas.openxmlformats.org/drawingml/2006/main">
            <a:off x="990600" y="4752975"/>
            <a:ext cx="704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009689"/>
                </a:solidFill>
              </a:defRPr>
            </a:defPPr>
            <a:lvl1pPr>
              <a:defRPr sz="1875" b="1">
                <a:solidFill>
                  <a:srgbClr val="009689"/>
                </a:solidFill>
              </a:defRPr>
            </a:lvl1pPr>
            <a:lvl2pPr>
              <a:defRPr sz="1875" b="1">
                <a:solidFill>
                  <a:srgbClr val="009689"/>
                </a:solidFill>
              </a:defRPr>
            </a:lvl2pPr>
            <a:lvl3pPr>
              <a:defRPr sz="1875" b="1">
                <a:solidFill>
                  <a:srgbClr val="009689"/>
                </a:solidFill>
              </a:defRPr>
            </a:lvl3pPr>
            <a:lvl4pPr>
              <a:defRPr sz="1875" b="1">
                <a:solidFill>
                  <a:srgbClr val="009689"/>
                </a:solidFill>
              </a:defRPr>
            </a:lvl4pPr>
            <a:lvl5pPr>
              <a:defRPr sz="1875" b="1">
                <a:solidFill>
                  <a:srgbClr val="009689"/>
                </a:solidFill>
              </a:defRPr>
            </a:lvl5pPr>
            <a:lvl6pPr>
              <a:defRPr sz="1875" b="1">
                <a:solidFill>
                  <a:srgbClr val="009689"/>
                </a:solidFill>
              </a:defRPr>
            </a:lvl6pPr>
            <a:lvl7pPr>
              <a:defRPr sz="1875" b="1">
                <a:solidFill>
                  <a:srgbClr val="009689"/>
                </a:solidFill>
              </a:defRPr>
            </a:lvl7pPr>
            <a:lvl8pPr>
              <a:defRPr sz="1875" b="1">
                <a:solidFill>
                  <a:srgbClr val="009689"/>
                </a:solidFill>
              </a:defRPr>
            </a:lvl8pPr>
            <a:lvl9pPr>
              <a:defRPr sz="1875" b="1">
                <a:solidFill>
                  <a:srgbClr val="009689"/>
                </a:solidFill>
              </a:defRPr>
            </a:lvl9pPr>
          </a:lstStyle>
          <a:p xmlns:a="http://schemas.openxmlformats.org/drawingml/2006/main">
            <a:pPr>
              <a:defRPr sz="1875" b="1">
                <a:solidFill>
                  <a:srgbClr val="009689"/>
                </a:solidFill>
              </a:defRPr>
            </a:pPr>
            <a:r>
              <a:rPr sz="1875" b="1">
                <a:solidFill>
                  <a:srgbClr val="009689"/>
                </a:solidFill>
              </a:rPr>
              <a:t>05</a:t>
            </a:r>
          </a:p>
        </p:txBody>
      </p:sp>
      <p:sp>
        <p:nvSpPr>
          <p:cNvPr id="17" name="">
            <a:extLst xmlns:a="http://schemas.openxmlformats.org/drawingml/2006/main">
              <a:ext uri="{FF2B5EF4-FFF2-40B4-BE49-F238E27FC236}">
                <a16:creationId xmlns:a16="http://schemas.microsoft.com/office/drawing/2014/main" id="{0286D278-82E6-485C-9AD0-C0C48884942A}"/>
              </a:ext>
            </a:extLst>
          </p:cNvPr>
          <p:cNvSpPr>
            <a:spLocks xmlns:a="http://schemas.openxmlformats.org/drawingml/2006/main" noGrp="1"/>
          </p:cNvSpPr>
          <p:nvPr/>
        </p:nvSpPr>
        <p:spPr>
          <a:xfrm xmlns:a="http://schemas.openxmlformats.org/drawingml/2006/main">
            <a:off x="1885950" y="4772025"/>
            <a:ext cx="876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a:solidFill>
                  <a:srgbClr val="1D293D"/>
                </a:solidFill>
              </a:defRPr>
            </a:defPPr>
            <a:lvl1pPr>
              <a:defRPr sz="1725">
                <a:solidFill>
                  <a:srgbClr val="1D293D"/>
                </a:solidFill>
              </a:defRPr>
            </a:lvl1pPr>
            <a:lvl2pPr>
              <a:defRPr sz="1725">
                <a:solidFill>
                  <a:srgbClr val="1D293D"/>
                </a:solidFill>
              </a:defRPr>
            </a:lvl2pPr>
            <a:lvl3pPr>
              <a:defRPr sz="1725">
                <a:solidFill>
                  <a:srgbClr val="1D293D"/>
                </a:solidFill>
              </a:defRPr>
            </a:lvl3pPr>
            <a:lvl4pPr>
              <a:defRPr sz="1725">
                <a:solidFill>
                  <a:srgbClr val="1D293D"/>
                </a:solidFill>
              </a:defRPr>
            </a:lvl4pPr>
            <a:lvl5pPr>
              <a:defRPr sz="1725">
                <a:solidFill>
                  <a:srgbClr val="1D293D"/>
                </a:solidFill>
              </a:defRPr>
            </a:lvl5pPr>
            <a:lvl6pPr>
              <a:defRPr sz="1725">
                <a:solidFill>
                  <a:srgbClr val="1D293D"/>
                </a:solidFill>
              </a:defRPr>
            </a:lvl6pPr>
            <a:lvl7pPr>
              <a:defRPr sz="1725">
                <a:solidFill>
                  <a:srgbClr val="1D293D"/>
                </a:solidFill>
              </a:defRPr>
            </a:lvl7pPr>
            <a:lvl8pPr>
              <a:defRPr sz="1725">
                <a:solidFill>
                  <a:srgbClr val="1D293D"/>
                </a:solidFill>
              </a:defRPr>
            </a:lvl8pPr>
            <a:lvl9pPr>
              <a:defRPr sz="1725">
                <a:solidFill>
                  <a:srgbClr val="1D293D"/>
                </a:solidFill>
              </a:defRPr>
            </a:lvl9pPr>
          </a:lstStyle>
          <a:p xmlns:a="http://schemas.openxmlformats.org/drawingml/2006/main">
            <a:pPr>
              <a:defRPr sz="1725">
                <a:solidFill>
                  <a:srgbClr val="1D293D"/>
                </a:solidFill>
              </a:defRPr>
            </a:pPr>
            <a:r>
              <a:rPr sz="1725">
                <a:solidFill>
                  <a:srgbClr val="1D293D"/>
                </a:solidFill>
              </a:rPr>
              <a:t>Complete a short mock test and review the score</a:t>
            </a:r>
          </a:p>
        </p:txBody>
      </p:sp>
    </p:spTree>
    <p:extLst>
      <p:ext uri="{BB962C8B-B14F-4D97-AF65-F5344CB8AC3E}">
        <p14:creationId xmlns:p14="http://schemas.microsoft.com/office/powerpoint/2010/main" val="58715111"/>
      </p:ext>
    </p:extLst>
  </p:cSld>
</p:sld>
</file>

<file path=ppt/slides/slide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5733AFD-5EFE-4CCC-98B3-DE1420973CD1}"/>
              </a:ext>
            </a:extLst>
          </p:cNvPr>
          <p:cNvSpPr>
            <a:spLocks xmlns:a="http://schemas.openxmlformats.org/drawingml/2006/main" noGrp="1"/>
          </p:cNvSpPr>
          <p:nvPr/>
        </p:nvSpPr>
        <p:spPr>
          <a:xfrm xmlns:a="http://schemas.openxmlformats.org/drawingml/2006/main">
            <a:off x="704850" y="5143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020618"/>
                </a:solidFill>
              </a:defRPr>
            </a:defPPr>
            <a:lvl1pPr>
              <a:defRPr sz="3150" b="1">
                <a:solidFill>
                  <a:srgbClr val="020618"/>
                </a:solidFill>
              </a:defRPr>
            </a:lvl1pPr>
            <a:lvl2pPr>
              <a:defRPr sz="3150" b="1">
                <a:solidFill>
                  <a:srgbClr val="020618"/>
                </a:solidFill>
              </a:defRPr>
            </a:lvl2pPr>
            <a:lvl3pPr>
              <a:defRPr sz="3150" b="1">
                <a:solidFill>
                  <a:srgbClr val="020618"/>
                </a:solidFill>
              </a:defRPr>
            </a:lvl3pPr>
            <a:lvl4pPr>
              <a:defRPr sz="3150" b="1">
                <a:solidFill>
                  <a:srgbClr val="020618"/>
                </a:solidFill>
              </a:defRPr>
            </a:lvl4pPr>
            <a:lvl5pPr>
              <a:defRPr sz="3150" b="1">
                <a:solidFill>
                  <a:srgbClr val="020618"/>
                </a:solidFill>
              </a:defRPr>
            </a:lvl5pPr>
            <a:lvl6pPr>
              <a:defRPr sz="3150" b="1">
                <a:solidFill>
                  <a:srgbClr val="020618"/>
                </a:solidFill>
              </a:defRPr>
            </a:lvl6pPr>
            <a:lvl7pPr>
              <a:defRPr sz="3150" b="1">
                <a:solidFill>
                  <a:srgbClr val="020618"/>
                </a:solidFill>
              </a:defRPr>
            </a:lvl7pPr>
            <a:lvl8pPr>
              <a:defRPr sz="3150" b="1">
                <a:solidFill>
                  <a:srgbClr val="020618"/>
                </a:solidFill>
              </a:defRPr>
            </a:lvl8pPr>
            <a:lvl9pPr>
              <a:defRPr sz="3150" b="1">
                <a:solidFill>
                  <a:srgbClr val="020618"/>
                </a:solidFill>
              </a:defRPr>
            </a:lvl9pPr>
          </a:lstStyle>
          <a:p xmlns:a="http://schemas.openxmlformats.org/drawingml/2006/main">
            <a:pPr>
              <a:defRPr sz="3150" b="1">
                <a:solidFill>
                  <a:srgbClr val="020618"/>
                </a:solidFill>
              </a:defRPr>
            </a:pPr>
            <a:r>
              <a:rPr sz="3150" b="1">
                <a:solidFill>
                  <a:srgbClr val="020618"/>
                </a:solidFill>
              </a:rPr>
              <a:t>Limits and next steps</a:t>
            </a:r>
          </a:p>
        </p:txBody>
      </p:sp>
      <p:sp>
        <p:nvSpPr>
          <p:cNvPr id="2" name="">
            <a:extLst xmlns:a="http://schemas.openxmlformats.org/drawingml/2006/main">
              <a:ext uri="{FF2B5EF4-FFF2-40B4-BE49-F238E27FC236}">
                <a16:creationId xmlns:a16="http://schemas.microsoft.com/office/drawing/2014/main" id="{F9D20396-1CC3-4F29-9798-3E03B4843794}"/>
              </a:ext>
            </a:extLst>
          </p:cNvPr>
          <p:cNvSpPr>
            <a:spLocks xmlns:a="http://schemas.openxmlformats.org/drawingml/2006/main" noGrp="1"/>
          </p:cNvSpPr>
          <p:nvPr/>
        </p:nvSpPr>
        <p:spPr>
          <a:xfrm xmlns:a="http://schemas.openxmlformats.org/drawingml/2006/main">
            <a:off x="723900" y="1209675"/>
            <a:ext cx="552450" cy="47625"/>
          </a:xfrm>
          <a:prstGeom xmlns:a="http://schemas.openxmlformats.org/drawingml/2006/main" prst="rect">
            <a:avLst/>
          </a:prstGeom>
          <a:solidFill xmlns:a="http://schemas.openxmlformats.org/drawingml/2006/main">
            <a:srgbClr val="432DD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AD6E7D6-78BF-446E-ACBA-F627D5558197}"/>
              </a:ext>
            </a:extLst>
          </p:cNvPr>
          <p:cNvSpPr>
            <a:spLocks xmlns:a="http://schemas.openxmlformats.org/drawingml/2006/main" noGrp="1"/>
          </p:cNvSpPr>
          <p:nvPr/>
        </p:nvSpPr>
        <p:spPr>
          <a:xfrm xmlns:a="http://schemas.openxmlformats.org/drawingml/2006/main">
            <a:off x="10953750" y="5905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200" b="1">
                <a:solidFill>
                  <a:srgbClr val="45556C"/>
                </a:solidFill>
              </a:defRPr>
            </a:defPPr>
            <a:lvl1pPr algn="r">
              <a:defRPr sz="1200" b="1">
                <a:solidFill>
                  <a:srgbClr val="45556C"/>
                </a:solidFill>
              </a:defRPr>
            </a:lvl1pPr>
            <a:lvl2pPr algn="r">
              <a:defRPr sz="1200" b="1">
                <a:solidFill>
                  <a:srgbClr val="45556C"/>
                </a:solidFill>
              </a:defRPr>
            </a:lvl2pPr>
            <a:lvl3pPr algn="r">
              <a:defRPr sz="1200" b="1">
                <a:solidFill>
                  <a:srgbClr val="45556C"/>
                </a:solidFill>
              </a:defRPr>
            </a:lvl3pPr>
            <a:lvl4pPr algn="r">
              <a:defRPr sz="1200" b="1">
                <a:solidFill>
                  <a:srgbClr val="45556C"/>
                </a:solidFill>
              </a:defRPr>
            </a:lvl4pPr>
            <a:lvl5pPr algn="r">
              <a:defRPr sz="1200" b="1">
                <a:solidFill>
                  <a:srgbClr val="45556C"/>
                </a:solidFill>
              </a:defRPr>
            </a:lvl5pPr>
            <a:lvl6pPr algn="r">
              <a:defRPr sz="1200" b="1">
                <a:solidFill>
                  <a:srgbClr val="45556C"/>
                </a:solidFill>
              </a:defRPr>
            </a:lvl6pPr>
            <a:lvl7pPr algn="r">
              <a:defRPr sz="1200" b="1">
                <a:solidFill>
                  <a:srgbClr val="45556C"/>
                </a:solidFill>
              </a:defRPr>
            </a:lvl7pPr>
            <a:lvl8pPr algn="r">
              <a:defRPr sz="1200" b="1">
                <a:solidFill>
                  <a:srgbClr val="45556C"/>
                </a:solidFill>
              </a:defRPr>
            </a:lvl8pPr>
            <a:lvl9pPr algn="r">
              <a:defRPr sz="1200" b="1">
                <a:solidFill>
                  <a:srgbClr val="45556C"/>
                </a:solidFill>
              </a:defRPr>
            </a:lvl9pPr>
          </a:lstStyle>
          <a:p xmlns:a="http://schemas.openxmlformats.org/drawingml/2006/main">
            <a:pPr algn="r">
              <a:defRPr sz="1200" b="1">
                <a:solidFill>
                  <a:srgbClr val="45556C"/>
                </a:solidFill>
              </a:defRPr>
            </a:pPr>
            <a:r>
              <a:rPr sz="1200" b="1">
                <a:solidFill>
                  <a:srgbClr val="45556C"/>
                </a:solidFill>
              </a:rPr>
              <a:t>09</a:t>
            </a:r>
          </a:p>
        </p:txBody>
      </p:sp>
      <p:sp>
        <p:nvSpPr>
          <p:cNvPr id="4" name="">
            <a:extLst xmlns:a="http://schemas.openxmlformats.org/drawingml/2006/main">
              <a:ext uri="{FF2B5EF4-FFF2-40B4-BE49-F238E27FC236}">
                <a16:creationId xmlns:a16="http://schemas.microsoft.com/office/drawing/2014/main" id="{FA5B77B4-29F5-4863-808E-917AE11E30D0}"/>
              </a:ext>
            </a:extLst>
          </p:cNvPr>
          <p:cNvSpPr>
            <a:spLocks xmlns:a="http://schemas.openxmlformats.org/drawingml/2006/main" noGrp="1"/>
          </p:cNvSpPr>
          <p:nvPr/>
        </p:nvSpPr>
        <p:spPr>
          <a:xfrm xmlns:a="http://schemas.openxmlformats.org/drawingml/2006/main">
            <a:off x="876300" y="1790700"/>
            <a:ext cx="4381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432DD7"/>
                </a:solidFill>
              </a:defRPr>
            </a:defPPr>
            <a:lvl1pPr>
              <a:defRPr sz="1725" b="1">
                <a:solidFill>
                  <a:srgbClr val="432DD7"/>
                </a:solidFill>
              </a:defRPr>
            </a:lvl1pPr>
            <a:lvl2pPr>
              <a:defRPr sz="1725" b="1">
                <a:solidFill>
                  <a:srgbClr val="432DD7"/>
                </a:solidFill>
              </a:defRPr>
            </a:lvl2pPr>
            <a:lvl3pPr>
              <a:defRPr sz="1725" b="1">
                <a:solidFill>
                  <a:srgbClr val="432DD7"/>
                </a:solidFill>
              </a:defRPr>
            </a:lvl3pPr>
            <a:lvl4pPr>
              <a:defRPr sz="1725" b="1">
                <a:solidFill>
                  <a:srgbClr val="432DD7"/>
                </a:solidFill>
              </a:defRPr>
            </a:lvl4pPr>
            <a:lvl5pPr>
              <a:defRPr sz="1725" b="1">
                <a:solidFill>
                  <a:srgbClr val="432DD7"/>
                </a:solidFill>
              </a:defRPr>
            </a:lvl5pPr>
            <a:lvl6pPr>
              <a:defRPr sz="1725" b="1">
                <a:solidFill>
                  <a:srgbClr val="432DD7"/>
                </a:solidFill>
              </a:defRPr>
            </a:lvl6pPr>
            <a:lvl7pPr>
              <a:defRPr sz="1725" b="1">
                <a:solidFill>
                  <a:srgbClr val="432DD7"/>
                </a:solidFill>
              </a:defRPr>
            </a:lvl7pPr>
            <a:lvl8pPr>
              <a:defRPr sz="1725" b="1">
                <a:solidFill>
                  <a:srgbClr val="432DD7"/>
                </a:solidFill>
              </a:defRPr>
            </a:lvl8pPr>
            <a:lvl9pPr>
              <a:defRPr sz="1725" b="1">
                <a:solidFill>
                  <a:srgbClr val="432DD7"/>
                </a:solidFill>
              </a:defRPr>
            </a:lvl9pPr>
          </a:lstStyle>
          <a:p xmlns:a="http://schemas.openxmlformats.org/drawingml/2006/main">
            <a:pPr>
              <a:defRPr sz="1725" b="1">
                <a:solidFill>
                  <a:srgbClr val="432DD7"/>
                </a:solidFill>
              </a:defRPr>
            </a:pPr>
            <a:r>
              <a:rPr sz="1725" b="1">
                <a:solidFill>
                  <a:srgbClr val="432DD7"/>
                </a:solidFill>
              </a:rPr>
              <a:t>Current demo limits</a:t>
            </a:r>
          </a:p>
        </p:txBody>
      </p:sp>
      <p:sp>
        <p:nvSpPr>
          <p:cNvPr id="5" name="">
            <a:extLst xmlns:a="http://schemas.openxmlformats.org/drawingml/2006/main">
              <a:ext uri="{FF2B5EF4-FFF2-40B4-BE49-F238E27FC236}">
                <a16:creationId xmlns:a16="http://schemas.microsoft.com/office/drawing/2014/main" id="{608F771A-613C-4C31-8E84-D6F879873002}"/>
              </a:ext>
            </a:extLst>
          </p:cNvPr>
          <p:cNvSpPr>
            <a:spLocks xmlns:a="http://schemas.openxmlformats.org/drawingml/2006/main" noGrp="1"/>
          </p:cNvSpPr>
          <p:nvPr/>
        </p:nvSpPr>
        <p:spPr>
          <a:xfrm xmlns:a="http://schemas.openxmlformats.org/drawingml/2006/main">
            <a:off x="876300" y="2247900"/>
            <a:ext cx="4857750" cy="2876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a:solidFill>
                  <a:srgbClr val="1D293D"/>
                </a:solidFill>
              </a:defRPr>
            </a:defPPr>
            <a:lvl1pPr>
              <a:defRPr sz="1500">
                <a:solidFill>
                  <a:srgbClr val="1D293D"/>
                </a:solidFill>
              </a:defRPr>
            </a:lvl1pPr>
            <a:lvl2pPr>
              <a:defRPr sz="1500">
                <a:solidFill>
                  <a:srgbClr val="1D293D"/>
                </a:solidFill>
              </a:defRPr>
            </a:lvl2pPr>
            <a:lvl3pPr>
              <a:defRPr sz="1500">
                <a:solidFill>
                  <a:srgbClr val="1D293D"/>
                </a:solidFill>
              </a:defRPr>
            </a:lvl3pPr>
            <a:lvl4pPr>
              <a:defRPr sz="1500">
                <a:solidFill>
                  <a:srgbClr val="1D293D"/>
                </a:solidFill>
              </a:defRPr>
            </a:lvl4pPr>
            <a:lvl5pPr>
              <a:defRPr sz="1500">
                <a:solidFill>
                  <a:srgbClr val="1D293D"/>
                </a:solidFill>
              </a:defRPr>
            </a:lvl5pPr>
            <a:lvl6pPr>
              <a:defRPr sz="1500">
                <a:solidFill>
                  <a:srgbClr val="1D293D"/>
                </a:solidFill>
              </a:defRPr>
            </a:lvl6pPr>
            <a:lvl7pPr>
              <a:defRPr sz="1500">
                <a:solidFill>
                  <a:srgbClr val="1D293D"/>
                </a:solidFill>
              </a:defRPr>
            </a:lvl7pPr>
            <a:lvl8pPr>
              <a:defRPr sz="1500">
                <a:solidFill>
                  <a:srgbClr val="1D293D"/>
                </a:solidFill>
              </a:defRPr>
            </a:lvl8pPr>
            <a:lvl9pPr>
              <a:defRPr sz="1500">
                <a:solidFill>
                  <a:srgbClr val="1D293D"/>
                </a:solidFill>
              </a:defRPr>
            </a:lvl9pPr>
          </a:lstStyle>
          <a:p xmlns:a="http://schemas.openxmlformats.org/drawingml/2006/main">
            <a:pPr>
              <a:defRPr sz="1500">
                <a:solidFill>
                  <a:srgbClr val="1D293D"/>
                </a:solidFill>
              </a:defRPr>
            </a:pPr>
            <a:r>
              <a:rPr sz="1500">
                <a:solidFill>
                  <a:srgbClr val="1D293D"/>
                </a:solidFill>
              </a:rPr>
              <a:t>• Email signup needs internet and provider setup</a:t>
            </a:r>
          </a:p>
          <a:p xmlns:a="http://schemas.openxmlformats.org/drawingml/2006/main">
            <a:r>
              <a:t/>
            </a:r>
          </a:p>
          <a:p xmlns:a="http://schemas.openxmlformats.org/drawingml/2006/main">
            <a:pPr>
              <a:defRPr sz="1500">
                <a:solidFill>
                  <a:srgbClr val="1D293D"/>
                </a:solidFill>
              </a:defRPr>
            </a:pPr>
            <a:r>
              <a:rPr sz="1500">
                <a:solidFill>
                  <a:srgbClr val="1D293D"/>
                </a:solidFill>
              </a:rPr>
              <a:t>• Brevo Free currently allows 300 emails per day</a:t>
            </a:r>
          </a:p>
          <a:p xmlns:a="http://schemas.openxmlformats.org/drawingml/2006/main">
            <a:r>
              <a:t/>
            </a:r>
          </a:p>
          <a:p xmlns:a="http://schemas.openxmlformats.org/drawingml/2006/main">
            <a:pPr>
              <a:defRPr sz="1500">
                <a:solidFill>
                  <a:srgbClr val="1D293D"/>
                </a:solidFill>
              </a:defRPr>
            </a:pPr>
            <a:r>
              <a:rPr sz="1500">
                <a:solidFill>
                  <a:srgbClr val="1D293D"/>
                </a:solidFill>
              </a:rPr>
              <a:t>• Local AI needs Ollama installed and running</a:t>
            </a:r>
          </a:p>
          <a:p xmlns:a="http://schemas.openxmlformats.org/drawingml/2006/main">
            <a:r>
              <a:t/>
            </a:r>
          </a:p>
          <a:p xmlns:a="http://schemas.openxmlformats.org/drawingml/2006/main">
            <a:pPr>
              <a:defRPr sz="1500">
                <a:solidFill>
                  <a:srgbClr val="1D293D"/>
                </a:solidFill>
              </a:defRPr>
            </a:pPr>
            <a:r>
              <a:rPr sz="1500">
                <a:solidFill>
                  <a:srgbClr val="1D293D"/>
                </a:solidFill>
              </a:rPr>
              <a:t>• Cloud SQLite storage may reset after restarts</a:t>
            </a:r>
          </a:p>
        </p:txBody>
      </p:sp>
      <p:sp>
        <p:nvSpPr>
          <p:cNvPr id="6" name="">
            <a:extLst xmlns:a="http://schemas.openxmlformats.org/drawingml/2006/main">
              <a:ext uri="{FF2B5EF4-FFF2-40B4-BE49-F238E27FC236}">
                <a16:creationId xmlns:a16="http://schemas.microsoft.com/office/drawing/2014/main" id="{A01C8B1D-7174-456B-9190-F83DB70821A2}"/>
              </a:ext>
            </a:extLst>
          </p:cNvPr>
          <p:cNvSpPr>
            <a:spLocks xmlns:a="http://schemas.openxmlformats.org/drawingml/2006/main" noGrp="1"/>
          </p:cNvSpPr>
          <p:nvPr/>
        </p:nvSpPr>
        <p:spPr>
          <a:xfrm xmlns:a="http://schemas.openxmlformats.org/drawingml/2006/main">
            <a:off x="6048375" y="1771650"/>
            <a:ext cx="19050" cy="3524250"/>
          </a:xfrm>
          <a:prstGeom xmlns:a="http://schemas.openxmlformats.org/drawingml/2006/main" prst="rect">
            <a:avLst/>
          </a:prstGeom>
          <a:solidFill xmlns:a="http://schemas.openxmlformats.org/drawingml/2006/main">
            <a:srgbClr val="CAD5E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B60F13F-E623-45A3-859A-9097BD3ED690}"/>
              </a:ext>
            </a:extLst>
          </p:cNvPr>
          <p:cNvSpPr>
            <a:spLocks xmlns:a="http://schemas.openxmlformats.org/drawingml/2006/main" noGrp="1"/>
          </p:cNvSpPr>
          <p:nvPr/>
        </p:nvSpPr>
        <p:spPr>
          <a:xfrm xmlns:a="http://schemas.openxmlformats.org/drawingml/2006/main">
            <a:off x="6591300" y="1790700"/>
            <a:ext cx="4381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432DD7"/>
                </a:solidFill>
              </a:defRPr>
            </a:defPPr>
            <a:lvl1pPr>
              <a:defRPr sz="1725" b="1">
                <a:solidFill>
                  <a:srgbClr val="432DD7"/>
                </a:solidFill>
              </a:defRPr>
            </a:lvl1pPr>
            <a:lvl2pPr>
              <a:defRPr sz="1725" b="1">
                <a:solidFill>
                  <a:srgbClr val="432DD7"/>
                </a:solidFill>
              </a:defRPr>
            </a:lvl2pPr>
            <a:lvl3pPr>
              <a:defRPr sz="1725" b="1">
                <a:solidFill>
                  <a:srgbClr val="432DD7"/>
                </a:solidFill>
              </a:defRPr>
            </a:lvl3pPr>
            <a:lvl4pPr>
              <a:defRPr sz="1725" b="1">
                <a:solidFill>
                  <a:srgbClr val="432DD7"/>
                </a:solidFill>
              </a:defRPr>
            </a:lvl4pPr>
            <a:lvl5pPr>
              <a:defRPr sz="1725" b="1">
                <a:solidFill>
                  <a:srgbClr val="432DD7"/>
                </a:solidFill>
              </a:defRPr>
            </a:lvl5pPr>
            <a:lvl6pPr>
              <a:defRPr sz="1725" b="1">
                <a:solidFill>
                  <a:srgbClr val="432DD7"/>
                </a:solidFill>
              </a:defRPr>
            </a:lvl6pPr>
            <a:lvl7pPr>
              <a:defRPr sz="1725" b="1">
                <a:solidFill>
                  <a:srgbClr val="432DD7"/>
                </a:solidFill>
              </a:defRPr>
            </a:lvl7pPr>
            <a:lvl8pPr>
              <a:defRPr sz="1725" b="1">
                <a:solidFill>
                  <a:srgbClr val="432DD7"/>
                </a:solidFill>
              </a:defRPr>
            </a:lvl8pPr>
            <a:lvl9pPr>
              <a:defRPr sz="1725" b="1">
                <a:solidFill>
                  <a:srgbClr val="432DD7"/>
                </a:solidFill>
              </a:defRPr>
            </a:lvl9pPr>
          </a:lstStyle>
          <a:p xmlns:a="http://schemas.openxmlformats.org/drawingml/2006/main">
            <a:pPr>
              <a:defRPr sz="1725" b="1">
                <a:solidFill>
                  <a:srgbClr val="432DD7"/>
                </a:solidFill>
              </a:defRPr>
            </a:pPr>
            <a:r>
              <a:rPr sz="1725" b="1">
                <a:solidFill>
                  <a:srgbClr val="432DD7"/>
                </a:solidFill>
              </a:rPr>
              <a:t>Next improvements</a:t>
            </a:r>
          </a:p>
        </p:txBody>
      </p:sp>
      <p:sp>
        <p:nvSpPr>
          <p:cNvPr id="8" name="">
            <a:extLst xmlns:a="http://schemas.openxmlformats.org/drawingml/2006/main">
              <a:ext uri="{FF2B5EF4-FFF2-40B4-BE49-F238E27FC236}">
                <a16:creationId xmlns:a16="http://schemas.microsoft.com/office/drawing/2014/main" id="{CC34052A-20F6-4ADC-A6A2-1D0CDA660DD1}"/>
              </a:ext>
            </a:extLst>
          </p:cNvPr>
          <p:cNvSpPr>
            <a:spLocks xmlns:a="http://schemas.openxmlformats.org/drawingml/2006/main" noGrp="1"/>
          </p:cNvSpPr>
          <p:nvPr/>
        </p:nvSpPr>
        <p:spPr>
          <a:xfrm xmlns:a="http://schemas.openxmlformats.org/drawingml/2006/main">
            <a:off x="6591300" y="2247900"/>
            <a:ext cx="4667250" cy="2876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a:solidFill>
                  <a:srgbClr val="1D293D"/>
                </a:solidFill>
              </a:defRPr>
            </a:defPPr>
            <a:lvl1pPr>
              <a:defRPr sz="1500">
                <a:solidFill>
                  <a:srgbClr val="1D293D"/>
                </a:solidFill>
              </a:defRPr>
            </a:lvl1pPr>
            <a:lvl2pPr>
              <a:defRPr sz="1500">
                <a:solidFill>
                  <a:srgbClr val="1D293D"/>
                </a:solidFill>
              </a:defRPr>
            </a:lvl2pPr>
            <a:lvl3pPr>
              <a:defRPr sz="1500">
                <a:solidFill>
                  <a:srgbClr val="1D293D"/>
                </a:solidFill>
              </a:defRPr>
            </a:lvl3pPr>
            <a:lvl4pPr>
              <a:defRPr sz="1500">
                <a:solidFill>
                  <a:srgbClr val="1D293D"/>
                </a:solidFill>
              </a:defRPr>
            </a:lvl4pPr>
            <a:lvl5pPr>
              <a:defRPr sz="1500">
                <a:solidFill>
                  <a:srgbClr val="1D293D"/>
                </a:solidFill>
              </a:defRPr>
            </a:lvl5pPr>
            <a:lvl6pPr>
              <a:defRPr sz="1500">
                <a:solidFill>
                  <a:srgbClr val="1D293D"/>
                </a:solidFill>
              </a:defRPr>
            </a:lvl6pPr>
            <a:lvl7pPr>
              <a:defRPr sz="1500">
                <a:solidFill>
                  <a:srgbClr val="1D293D"/>
                </a:solidFill>
              </a:defRPr>
            </a:lvl7pPr>
            <a:lvl8pPr>
              <a:defRPr sz="1500">
                <a:solidFill>
                  <a:srgbClr val="1D293D"/>
                </a:solidFill>
              </a:defRPr>
            </a:lvl8pPr>
            <a:lvl9pPr>
              <a:defRPr sz="1500">
                <a:solidFill>
                  <a:srgbClr val="1D293D"/>
                </a:solidFill>
              </a:defRPr>
            </a:lvl9pPr>
          </a:lstStyle>
          <a:p xmlns:a="http://schemas.openxmlformats.org/drawingml/2006/main">
            <a:pPr>
              <a:defRPr sz="1500">
                <a:solidFill>
                  <a:srgbClr val="1D293D"/>
                </a:solidFill>
              </a:defRPr>
            </a:pPr>
            <a:r>
              <a:rPr sz="1500">
                <a:solidFill>
                  <a:srgbClr val="1D293D"/>
                </a:solidFill>
              </a:rPr>
              <a:t>• Add password recovery</a:t>
            </a:r>
          </a:p>
          <a:p xmlns:a="http://schemas.openxmlformats.org/drawingml/2006/main">
            <a:r>
              <a:t/>
            </a:r>
          </a:p>
          <a:p xmlns:a="http://schemas.openxmlformats.org/drawingml/2006/main">
            <a:pPr>
              <a:defRPr sz="1500">
                <a:solidFill>
                  <a:srgbClr val="1D293D"/>
                </a:solidFill>
              </a:defRPr>
            </a:pPr>
            <a:r>
              <a:rPr sz="1500">
                <a:solidFill>
                  <a:srgbClr val="1D293D"/>
                </a:solidFill>
              </a:rPr>
              <a:t>• Use durable cloud database storage</a:t>
            </a:r>
          </a:p>
          <a:p xmlns:a="http://schemas.openxmlformats.org/drawingml/2006/main">
            <a:r>
              <a:t/>
            </a:r>
          </a:p>
          <a:p xmlns:a="http://schemas.openxmlformats.org/drawingml/2006/main">
            <a:pPr>
              <a:defRPr sz="1500">
                <a:solidFill>
                  <a:srgbClr val="1D293D"/>
                </a:solidFill>
              </a:defRPr>
            </a:pPr>
            <a:r>
              <a:rPr sz="1500">
                <a:solidFill>
                  <a:srgbClr val="1D293D"/>
                </a:solidFill>
              </a:rPr>
              <a:t>• Expand the reviewed question bank</a:t>
            </a:r>
          </a:p>
          <a:p xmlns:a="http://schemas.openxmlformats.org/drawingml/2006/main">
            <a:r>
              <a:t/>
            </a:r>
          </a:p>
          <a:p xmlns:a="http://schemas.openxmlformats.org/drawingml/2006/main">
            <a:pPr>
              <a:defRPr sz="1500">
                <a:solidFill>
                  <a:srgbClr val="1D293D"/>
                </a:solidFill>
              </a:defRPr>
            </a:pPr>
            <a:r>
              <a:rPr sz="1500">
                <a:solidFill>
                  <a:srgbClr val="1D293D"/>
                </a:solidFill>
              </a:rPr>
              <a:t>• Add stronger admin account setup</a:t>
            </a:r>
          </a:p>
        </p:txBody>
      </p:sp>
      <p:sp>
        <p:nvSpPr>
          <p:cNvPr id="9" name="">
            <a:extLst xmlns:a="http://schemas.openxmlformats.org/drawingml/2006/main">
              <a:ext uri="{FF2B5EF4-FFF2-40B4-BE49-F238E27FC236}">
                <a16:creationId xmlns:a16="http://schemas.microsoft.com/office/drawing/2014/main" id="{62889E96-50BD-4A8B-AFBB-87CC08B94901}"/>
              </a:ext>
            </a:extLst>
          </p:cNvPr>
          <p:cNvSpPr>
            <a:spLocks xmlns:a="http://schemas.openxmlformats.org/drawingml/2006/main" noGrp="1"/>
          </p:cNvSpPr>
          <p:nvPr/>
        </p:nvSpPr>
        <p:spPr>
          <a:xfrm xmlns:a="http://schemas.openxmlformats.org/drawingml/2006/main">
            <a:off x="914400" y="5600700"/>
            <a:ext cx="1009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45556C"/>
                </a:solidFill>
              </a:defRPr>
            </a:defPPr>
            <a:lvl1pPr>
              <a:defRPr sz="1425" b="1">
                <a:solidFill>
                  <a:srgbClr val="45556C"/>
                </a:solidFill>
              </a:defRPr>
            </a:lvl1pPr>
            <a:lvl2pPr>
              <a:defRPr sz="1425" b="1">
                <a:solidFill>
                  <a:srgbClr val="45556C"/>
                </a:solidFill>
              </a:defRPr>
            </a:lvl2pPr>
            <a:lvl3pPr>
              <a:defRPr sz="1425" b="1">
                <a:solidFill>
                  <a:srgbClr val="45556C"/>
                </a:solidFill>
              </a:defRPr>
            </a:lvl3pPr>
            <a:lvl4pPr>
              <a:defRPr sz="1425" b="1">
                <a:solidFill>
                  <a:srgbClr val="45556C"/>
                </a:solidFill>
              </a:defRPr>
            </a:lvl4pPr>
            <a:lvl5pPr>
              <a:defRPr sz="1425" b="1">
                <a:solidFill>
                  <a:srgbClr val="45556C"/>
                </a:solidFill>
              </a:defRPr>
            </a:lvl5pPr>
            <a:lvl6pPr>
              <a:defRPr sz="1425" b="1">
                <a:solidFill>
                  <a:srgbClr val="45556C"/>
                </a:solidFill>
              </a:defRPr>
            </a:lvl6pPr>
            <a:lvl7pPr>
              <a:defRPr sz="1425" b="1">
                <a:solidFill>
                  <a:srgbClr val="45556C"/>
                </a:solidFill>
              </a:defRPr>
            </a:lvl7pPr>
            <a:lvl8pPr>
              <a:defRPr sz="1425" b="1">
                <a:solidFill>
                  <a:srgbClr val="45556C"/>
                </a:solidFill>
              </a:defRPr>
            </a:lvl8pPr>
            <a:lvl9pPr>
              <a:defRPr sz="1425" b="1">
                <a:solidFill>
                  <a:srgbClr val="45556C"/>
                </a:solidFill>
              </a:defRPr>
            </a:lvl9pPr>
          </a:lstStyle>
          <a:p xmlns:a="http://schemas.openxmlformats.org/drawingml/2006/main">
            <a:pPr>
              <a:defRPr sz="1425" b="1">
                <a:solidFill>
                  <a:srgbClr val="45556C"/>
                </a:solidFill>
              </a:defRPr>
            </a:pPr>
            <a:r>
              <a:rPr sz="1425" b="1">
                <a:solidFill>
                  <a:srgbClr val="45556C"/>
                </a:solidFill>
              </a:rPr>
              <a:t>The prototype focuses on a working learning flow; it is not production authentication.</a:t>
            </a:r>
          </a:p>
        </p:txBody>
      </p:sp>
    </p:spTree>
    <p:extLst>
      <p:ext uri="{BB962C8B-B14F-4D97-AF65-F5344CB8AC3E}">
        <p14:creationId xmlns:p14="http://schemas.microsoft.com/office/powerpoint/2010/main" val="13808607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2026-10-22T09:14:34.0280000Z</dcterms:created>
  <dcterms:modified xsi:type="dcterms:W3CDTF">2026-10-22T09:14:34.0290000Z</dcterms:modified>
</coreProperties>
</file>