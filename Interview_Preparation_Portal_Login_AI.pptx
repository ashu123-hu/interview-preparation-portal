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7211eb0f24283" /><Relationship Type="http://schemas.openxmlformats.org/officeDocument/2006/relationships/extended-properties" Target="/docProps/app.xml" Id="Rc7db3bfb9b494aea" /><Relationship Type="http://schemas.openxmlformats.org/officeDocument/2006/relationships/officeDocument" Target="/ppt/presentation.xml" Id="R4dc88d8412e1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2f8c09e870471b"/>
  </p:sldMasterIdLst>
  <p:notesMasterIdLst>
    <p:notesMasterId xmlns:r="http://schemas.openxmlformats.org/officeDocument/2006/relationships" r:id="Rf973966a1630480a"/>
  </p:notesMasterIdLst>
  <p:sldIdLst>
    <p:sldId xmlns:r="http://schemas.openxmlformats.org/officeDocument/2006/relationships" id="256" r:id="R570e4a78c93140a3"/>
    <p:sldId xmlns:r="http://schemas.openxmlformats.org/officeDocument/2006/relationships" id="257" r:id="R3c9457e86aaa4416"/>
    <p:sldId xmlns:r="http://schemas.openxmlformats.org/officeDocument/2006/relationships" id="258" r:id="Rcfbfd0c266a6416b"/>
    <p:sldId xmlns:r="http://schemas.openxmlformats.org/officeDocument/2006/relationships" id="259" r:id="R58783ea128c84bd1"/>
    <p:sldId xmlns:r="http://schemas.openxmlformats.org/officeDocument/2006/relationships" id="260" r:id="R018c34320e864db1"/>
    <p:sldId xmlns:r="http://schemas.openxmlformats.org/officeDocument/2006/relationships" id="261" r:id="R99117506202b433e"/>
    <p:sldId xmlns:r="http://schemas.openxmlformats.org/officeDocument/2006/relationships" id="262" r:id="R048001150c4e4611"/>
    <p:sldId xmlns:r="http://schemas.openxmlformats.org/officeDocument/2006/relationships" id="263" r:id="R7d44666d8bfd48bc"/>
    <p:sldId xmlns:r="http://schemas.openxmlformats.org/officeDocument/2006/relationships" id="264" r:id="R363cf82dff5e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04e6aa2984adb" /><Relationship Type="http://schemas.openxmlformats.org/officeDocument/2006/relationships/slideMaster" Target="/ppt/slideMasters/slideMaster1.xml" Id="R7e2f8c09e870471b" /><Relationship Type="http://schemas.openxmlformats.org/officeDocument/2006/relationships/notesMaster" Target="/ppt/notesMasters/notesMaster1.xml" Id="Rf973966a1630480a" /><Relationship Type="http://schemas.openxmlformats.org/officeDocument/2006/relationships/presProps" Target="/ppt/presProps.xml" Id="Re4866d49a64547c1" /><Relationship Type="http://schemas.openxmlformats.org/officeDocument/2006/relationships/tableStyles" Target="/ppt/tableStyles.xml" Id="Rc294bba8d4274155" /><Relationship Type="http://schemas.openxmlformats.org/officeDocument/2006/relationships/slide" Target="/ppt/slides/slide1.xml" Id="R570e4a78c93140a3" /><Relationship Type="http://schemas.openxmlformats.org/officeDocument/2006/relationships/slide" Target="/ppt/slides/slide2.xml" Id="R3c9457e86aaa4416" /><Relationship Type="http://schemas.openxmlformats.org/officeDocument/2006/relationships/slide" Target="/ppt/slides/slide3.xml" Id="Rcfbfd0c266a6416b" /><Relationship Type="http://schemas.openxmlformats.org/officeDocument/2006/relationships/slide" Target="/ppt/slides/slide4.xml" Id="R58783ea128c84bd1" /><Relationship Type="http://schemas.openxmlformats.org/officeDocument/2006/relationships/slide" Target="/ppt/slides/slide5.xml" Id="R018c34320e864db1" /><Relationship Type="http://schemas.openxmlformats.org/officeDocument/2006/relationships/slide" Target="/ppt/slides/slide6.xml" Id="R99117506202b433e" /><Relationship Type="http://schemas.openxmlformats.org/officeDocument/2006/relationships/slide" Target="/ppt/slides/slide7.xml" Id="R048001150c4e4611" /><Relationship Type="http://schemas.openxmlformats.org/officeDocument/2006/relationships/slide" Target="/ppt/slides/slide8.xml" Id="R7d44666d8bfd48bc" /><Relationship Type="http://schemas.openxmlformats.org/officeDocument/2006/relationships/slide" Target="/ppt/slides/slide9.xml" Id="R363cf82dff5e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32e838526a4e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a834f5aa345b5" /><Relationship Type="http://schemas.openxmlformats.org/officeDocument/2006/relationships/notesMaster" Target="/ppt/notesMasters/notesMaster1.xml" Id="Rd19d11d5d503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4b38b962564db5" /><Relationship Type="http://schemas.openxmlformats.org/officeDocument/2006/relationships/notesMaster" Target="/ppt/notesMasters/notesMaster1.xml" Id="R4f8e2079d2c948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b8e7dfb4f41fc" /><Relationship Type="http://schemas.openxmlformats.org/officeDocument/2006/relationships/notesMaster" Target="/ppt/notesMasters/notesMaster1.xml" Id="R500946932b26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5878e9cf047eb" /><Relationship Type="http://schemas.openxmlformats.org/officeDocument/2006/relationships/notesMaster" Target="/ppt/notesMasters/notesMaster1.xml" Id="R10f964e5904241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5979dedec4665" /><Relationship Type="http://schemas.openxmlformats.org/officeDocument/2006/relationships/notesMaster" Target="/ppt/notesMasters/notesMaster1.xml" Id="R5b79d45b9aab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1c0fbc28c64e64" /><Relationship Type="http://schemas.openxmlformats.org/officeDocument/2006/relationships/notesMaster" Target="/ppt/notesMasters/notesMaster1.xml" Id="Rcda9a5fa6dce4e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6f22e8978463d" /><Relationship Type="http://schemas.openxmlformats.org/officeDocument/2006/relationships/notesMaster" Target="/ppt/notesMasters/notesMaster1.xml" Id="R82dd92c166ab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25ccf1bd784057" /><Relationship Type="http://schemas.openxmlformats.org/officeDocument/2006/relationships/notesMaster" Target="/ppt/notesMasters/notesMaster1.xml" Id="Rdb48c9dcf597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02dfc84f84ac2" /><Relationship Type="http://schemas.openxmlformats.org/officeDocument/2006/relationships/notesMaster" Target="/ppt/notesMasters/notesMaster1.xml" Id="Rd09047f8c55f46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97dea9b2141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5699fd9d848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6f316c1ff45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1f58d1698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79adfd7da43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bce09b2c74b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52DFB-C357-4B4E-B071-8858DDB75E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771CDD-74B3-409A-B5E8-3F0646BA37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C91DA2-7DB6-4A83-A127-2C1DC826E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5A1A3-A9C5-4A5F-9031-E0C08A935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EEDF24-1905-412C-BF58-51AE4722D1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FC5B82-77A9-49FA-A62E-8290FBBDF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837C0A-94F9-4611-8E18-EA8D73DEC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E1BCD2-C355-4F6A-8D37-BF5CA8B37F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97AA46-5E22-4C93-BFB8-FAB023922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E41CA8-3FCB-44D8-A1C0-9B6324041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f87cc9fcd4ed4" /><Relationship Type="http://schemas.openxmlformats.org/officeDocument/2006/relationships/slideLayout" Target="/ppt/slideLayouts/slideLayout1.xml" Id="R577793d80dd84e1d" /><Relationship Type="http://schemas.openxmlformats.org/officeDocument/2006/relationships/slideLayout" Target="/ppt/slideLayouts/slideLayout2.xml" Id="Rcdb0561d60b04fd1" /><Relationship Type="http://schemas.openxmlformats.org/officeDocument/2006/relationships/slideLayout" Target="/ppt/slideLayouts/slideLayout3.xml" Id="Rcf9d9711854e4ba6" /><Relationship Type="http://schemas.openxmlformats.org/officeDocument/2006/relationships/slideLayout" Target="/ppt/slideLayouts/slideLayout4.xml" Id="R4e16c0716d8c4b3f" /><Relationship Type="http://schemas.openxmlformats.org/officeDocument/2006/relationships/slideLayout" Target="/ppt/slideLayouts/slideLayout5.xml" Id="Re2db12f08244441d" /><Relationship Type="http://schemas.openxmlformats.org/officeDocument/2006/relationships/slideLayout" Target="/ppt/slideLayouts/slideLayout6.xml" Id="Rb12c8ee334a94b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793d80dd84e1d"/>
    <p:sldLayoutId xmlns:r="http://schemas.openxmlformats.org/officeDocument/2006/relationships" id="2147483650" r:id="Rcdb0561d60b04fd1"/>
    <p:sldLayoutId xmlns:r="http://schemas.openxmlformats.org/officeDocument/2006/relationships" id="2147483651" r:id="Rcf9d9711854e4ba6"/>
    <p:sldLayoutId xmlns:r="http://schemas.openxmlformats.org/officeDocument/2006/relationships" id="2147483652" r:id="R4e16c0716d8c4b3f"/>
    <p:sldLayoutId xmlns:r="http://schemas.openxmlformats.org/officeDocument/2006/relationships" id="2147483653" r:id="Re2db12f08244441d"/>
    <p:sldLayoutId xmlns:r="http://schemas.openxmlformats.org/officeDocument/2006/relationships" id="2147483654" r:id="Rb12c8ee334a94b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ccbbbef8d4687" /><Relationship Type="http://schemas.openxmlformats.org/officeDocument/2006/relationships/notesSlide" Target="/ppt/notesSlides/notesSlide1.xml" Id="R7a91643501cb40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802d162fa4844" /><Relationship Type="http://schemas.openxmlformats.org/officeDocument/2006/relationships/notesSlide" Target="/ppt/notesSlides/notesSlide2.xml" Id="R7718f4500ba6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3008c67fa41e1" /><Relationship Type="http://schemas.openxmlformats.org/officeDocument/2006/relationships/notesSlide" Target="/ppt/notesSlides/notesSlide3.xml" Id="R2880f6fdb86f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4bd147ae744ec" /><Relationship Type="http://schemas.openxmlformats.org/officeDocument/2006/relationships/notesSlide" Target="/ppt/notesSlides/notesSlide4.xml" Id="R6077418c69c04c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52bae6d114d74" /><Relationship Type="http://schemas.openxmlformats.org/officeDocument/2006/relationships/notesSlide" Target="/ppt/notesSlides/notesSlide5.xml" Id="R2bbe6288cede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c34e645c4488f" /><Relationship Type="http://schemas.openxmlformats.org/officeDocument/2006/relationships/notesSlide" Target="/ppt/notesSlides/notesSlide6.xml" Id="R5a98a9ad3db144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46953e29e4476" /><Relationship Type="http://schemas.openxmlformats.org/officeDocument/2006/relationships/notesSlide" Target="/ppt/notesSlides/notesSlide7.xml" Id="R4fb3c963a0ed48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eea1bbdd04063" /><Relationship Type="http://schemas.openxmlformats.org/officeDocument/2006/relationships/notesSlide" Target="/ppt/notesSlides/notesSlide8.xml" Id="R1d4f16fd90d34a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ac0080414420b" /><Relationship Type="http://schemas.openxmlformats.org/officeDocument/2006/relationships/notesSlide" Target="/ppt/notesSlides/notesSlide9.xml" Id="Rcc9ac1e1001f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AEBCC-062A-43A6-AE77-5AEF504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9CCFC4"/>
                </a:solidFill>
              </a:defRPr>
            </a:defPPr>
            <a:lvl1pPr>
              <a:defRPr sz="1200" b="1">
                <a:solidFill>
                  <a:srgbClr val="9CCFC4"/>
                </a:solidFill>
              </a:defRPr>
            </a:lvl1pPr>
            <a:lvl2pPr>
              <a:defRPr sz="1200" b="1">
                <a:solidFill>
                  <a:srgbClr val="9CCFC4"/>
                </a:solidFill>
              </a:defRPr>
            </a:lvl2pPr>
            <a:lvl3pPr>
              <a:defRPr sz="1200" b="1">
                <a:solidFill>
                  <a:srgbClr val="9CCFC4"/>
                </a:solidFill>
              </a:defRPr>
            </a:lvl3pPr>
            <a:lvl4pPr>
              <a:defRPr sz="1200" b="1">
                <a:solidFill>
                  <a:srgbClr val="9CCFC4"/>
                </a:solidFill>
              </a:defRPr>
            </a:lvl4pPr>
            <a:lvl5pPr>
              <a:defRPr sz="1200" b="1">
                <a:solidFill>
                  <a:srgbClr val="9CCFC4"/>
                </a:solidFill>
              </a:defRPr>
            </a:lvl5pPr>
            <a:lvl6pPr>
              <a:defRPr sz="1200" b="1">
                <a:solidFill>
                  <a:srgbClr val="9CCFC4"/>
                </a:solidFill>
              </a:defRPr>
            </a:lvl6pPr>
            <a:lvl7pPr>
              <a:defRPr sz="1200" b="1">
                <a:solidFill>
                  <a:srgbClr val="9CCFC4"/>
                </a:solidFill>
              </a:defRPr>
            </a:lvl7pPr>
            <a:lvl8pPr>
              <a:defRPr sz="1200" b="1">
                <a:solidFill>
                  <a:srgbClr val="9CCFC4"/>
                </a:solidFill>
              </a:defRPr>
            </a:lvl8pPr>
            <a:lvl9pPr>
              <a:defRPr sz="1200" b="1">
                <a:solidFill>
                  <a:srgbClr val="9CCFC4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CCFC4"/>
                </a:solidFill>
              </a:defRPr>
            </a:pPr>
            <a:r>
              <a:rPr sz="1200" b="1">
                <a:solidFill>
                  <a:srgbClr val="9CCFC4"/>
                </a:solidFill>
              </a:rPr>
              <a:t>INTERVIEW PREPARATION PORTAL   /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0E6EB-32C2-4A44-89BF-36D80405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F7F5EF"/>
                </a:solidFill>
              </a:defRPr>
            </a:defPPr>
            <a:lvl1pPr>
              <a:defRPr sz="3750" b="1">
                <a:solidFill>
                  <a:srgbClr val="F7F5EF"/>
                </a:solidFill>
              </a:defRPr>
            </a:lvl1pPr>
            <a:lvl2pPr>
              <a:defRPr sz="3750" b="1">
                <a:solidFill>
                  <a:srgbClr val="F7F5EF"/>
                </a:solidFill>
              </a:defRPr>
            </a:lvl2pPr>
            <a:lvl3pPr>
              <a:defRPr sz="3750" b="1">
                <a:solidFill>
                  <a:srgbClr val="F7F5EF"/>
                </a:solidFill>
              </a:defRPr>
            </a:lvl3pPr>
            <a:lvl4pPr>
              <a:defRPr sz="3750" b="1">
                <a:solidFill>
                  <a:srgbClr val="F7F5EF"/>
                </a:solidFill>
              </a:defRPr>
            </a:lvl4pPr>
            <a:lvl5pPr>
              <a:defRPr sz="3750" b="1">
                <a:solidFill>
                  <a:srgbClr val="F7F5EF"/>
                </a:solidFill>
              </a:defRPr>
            </a:lvl5pPr>
            <a:lvl6pPr>
              <a:defRPr sz="3750" b="1">
                <a:solidFill>
                  <a:srgbClr val="F7F5EF"/>
                </a:solidFill>
              </a:defRPr>
            </a:lvl6pPr>
            <a:lvl7pPr>
              <a:defRPr sz="3750" b="1">
                <a:solidFill>
                  <a:srgbClr val="F7F5EF"/>
                </a:solidFill>
              </a:defRPr>
            </a:lvl7pPr>
            <a:lvl8pPr>
              <a:defRPr sz="3750" b="1">
                <a:solidFill>
                  <a:srgbClr val="F7F5EF"/>
                </a:solidFill>
              </a:defRPr>
            </a:lvl8pPr>
            <a:lvl9pPr>
              <a:defRPr sz="3750" b="1">
                <a:solidFill>
                  <a:srgbClr val="F7F5E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7F5EF"/>
                </a:solidFill>
              </a:defRPr>
            </a:pPr>
            <a:r>
              <a:rPr sz="3750" b="1">
                <a:solidFill>
                  <a:srgbClr val="F7F5EF"/>
                </a:solidFill>
              </a:rPr>
              <a:t>Interview Preparation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16B7-B95B-4490-8D33-DAEC72F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292A7-FE26-422D-B4C5-2A0233B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F7F5EF"/>
                </a:solidFill>
              </a:defRPr>
            </a:defPPr>
            <a:lvl1pPr>
              <a:defRPr sz="1950" b="0">
                <a:solidFill>
                  <a:srgbClr val="F7F5EF"/>
                </a:solidFill>
              </a:defRPr>
            </a:lvl1pPr>
            <a:lvl2pPr>
              <a:defRPr sz="1950" b="0">
                <a:solidFill>
                  <a:srgbClr val="F7F5EF"/>
                </a:solidFill>
              </a:defRPr>
            </a:lvl2pPr>
            <a:lvl3pPr>
              <a:defRPr sz="1950" b="0">
                <a:solidFill>
                  <a:srgbClr val="F7F5EF"/>
                </a:solidFill>
              </a:defRPr>
            </a:lvl3pPr>
            <a:lvl4pPr>
              <a:defRPr sz="1950" b="0">
                <a:solidFill>
                  <a:srgbClr val="F7F5EF"/>
                </a:solidFill>
              </a:defRPr>
            </a:lvl4pPr>
            <a:lvl5pPr>
              <a:defRPr sz="1950" b="0">
                <a:solidFill>
                  <a:srgbClr val="F7F5EF"/>
                </a:solidFill>
              </a:defRPr>
            </a:lvl5pPr>
            <a:lvl6pPr>
              <a:defRPr sz="1950" b="0">
                <a:solidFill>
                  <a:srgbClr val="F7F5EF"/>
                </a:solidFill>
              </a:defRPr>
            </a:lvl6pPr>
            <a:lvl7pPr>
              <a:defRPr sz="1950" b="0">
                <a:solidFill>
                  <a:srgbClr val="F7F5EF"/>
                </a:solidFill>
              </a:defRPr>
            </a:lvl7pPr>
            <a:lvl8pPr>
              <a:defRPr sz="1950" b="0">
                <a:solidFill>
                  <a:srgbClr val="F7F5EF"/>
                </a:solidFill>
              </a:defRPr>
            </a:lvl8pPr>
            <a:lvl9pPr>
              <a:defRPr sz="1950" b="0">
                <a:solidFill>
                  <a:srgbClr val="F7F5E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7F5EF"/>
                </a:solidFill>
              </a:defRPr>
            </a:pPr>
            <a:r>
              <a:rPr sz="1950" b="0">
                <a:solidFill>
                  <a:srgbClr val="F7F5EF"/>
                </a:solidFill>
              </a:rPr>
              <a:t>Login, question CRUD and AI answer coaching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C72A1-4040-4F8F-962D-950FDDBC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7D6DE"/>
                </a:solidFill>
              </a:defRPr>
            </a:defPPr>
            <a:lvl1pPr>
              <a:defRPr sz="1275" b="0">
                <a:solidFill>
                  <a:srgbClr val="C7D6DE"/>
                </a:solidFill>
              </a:defRPr>
            </a:lvl1pPr>
            <a:lvl2pPr>
              <a:defRPr sz="1275" b="0">
                <a:solidFill>
                  <a:srgbClr val="C7D6DE"/>
                </a:solidFill>
              </a:defRPr>
            </a:lvl2pPr>
            <a:lvl3pPr>
              <a:defRPr sz="1275" b="0">
                <a:solidFill>
                  <a:srgbClr val="C7D6DE"/>
                </a:solidFill>
              </a:defRPr>
            </a:lvl3pPr>
            <a:lvl4pPr>
              <a:defRPr sz="1275" b="0">
                <a:solidFill>
                  <a:srgbClr val="C7D6DE"/>
                </a:solidFill>
              </a:defRPr>
            </a:lvl4pPr>
            <a:lvl5pPr>
              <a:defRPr sz="1275" b="0">
                <a:solidFill>
                  <a:srgbClr val="C7D6DE"/>
                </a:solidFill>
              </a:defRPr>
            </a:lvl5pPr>
            <a:lvl6pPr>
              <a:defRPr sz="1275" b="0">
                <a:solidFill>
                  <a:srgbClr val="C7D6DE"/>
                </a:solidFill>
              </a:defRPr>
            </a:lvl6pPr>
            <a:lvl7pPr>
              <a:defRPr sz="1275" b="0">
                <a:solidFill>
                  <a:srgbClr val="C7D6DE"/>
                </a:solidFill>
              </a:defRPr>
            </a:lvl7pPr>
            <a:lvl8pPr>
              <a:defRPr sz="1275" b="0">
                <a:solidFill>
                  <a:srgbClr val="C7D6DE"/>
                </a:solidFill>
              </a:defRPr>
            </a:lvl8pPr>
            <a:lvl9pPr>
              <a:defRPr sz="1275" b="0">
                <a:solidFill>
                  <a:srgbClr val="C7D6DE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7D6DE"/>
                </a:solidFill>
              </a:defRPr>
            </a:pPr>
            <a:r>
              <a:rPr sz="1275" b="0">
                <a:solidFill>
                  <a:srgbClr val="C7D6DE"/>
                </a:solidFill>
              </a:rPr>
              <a:t>College project · Python · Streamlit · SQLite</a:t>
            </a:r>
          </a:p>
        </p:txBody>
      </p:sp>
    </p:spTree>
    <p:extLst>
      <p:ext uri="{BB962C8B-B14F-4D97-AF65-F5344CB8AC3E}">
        <p14:creationId xmlns:p14="http://schemas.microsoft.com/office/powerpoint/2010/main" val="1600160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0899-4F67-49E5-800F-9B21A7B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8ACD5-34B2-4408-9327-493D06A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Problem and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95758-A7DF-4DE5-9243-5E404A3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776C-2768-4D1D-B8A1-69BCB61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Students need focused topic practice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Progress is easier to improve when it is visible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One simple app connects practice, tests and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22A3D-E676-47BD-812F-375ECDF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Build a practical study tool within a one-to-two week scope</a:t>
            </a:r>
          </a:p>
        </p:txBody>
      </p:sp>
    </p:spTree>
    <p:extLst>
      <p:ext uri="{BB962C8B-B14F-4D97-AF65-F5344CB8AC3E}">
        <p14:creationId xmlns:p14="http://schemas.microsoft.com/office/powerpoint/2010/main" val="788415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F38C6-4B65-4EA7-A4C1-5EBF5320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16CA-D49B-47D9-B359-05171FC9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Features and learner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33BC3-98F9-4298-94C7-342A08E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B62D5-0EFA-4AB0-92E8-FADCC4F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Student login; first account manages question CRUD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Search, explanations and personal bookmarks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Timed tests with account-specific score history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AI feedback on a written interview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0D0A8-F0E8-4CD3-BFD5-79CDD59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AI access is configured with an API key in secrets</a:t>
            </a:r>
          </a:p>
        </p:txBody>
      </p:sp>
    </p:spTree>
    <p:extLst>
      <p:ext uri="{BB962C8B-B14F-4D97-AF65-F5344CB8AC3E}">
        <p14:creationId xmlns:p14="http://schemas.microsoft.com/office/powerpoint/2010/main" val="1850962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CB54-7E90-4755-AE37-783A710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7A497-2E71-4620-9C01-8D70C2B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Technology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11751-C60D-40E6-884B-8633F471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3566D-D40C-4897-BDDC-E68B840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Python — application and database logic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Streamlit — login and interactive pages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SQLite — accounts, questions and progress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OpenAI Responses API — AI answer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B86B-A93A-44F6-9EA6-33D1DA4C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The API key stays outside the source code</a:t>
            </a:r>
          </a:p>
        </p:txBody>
      </p:sp>
    </p:spTree>
    <p:extLst>
      <p:ext uri="{BB962C8B-B14F-4D97-AF65-F5344CB8AC3E}">
        <p14:creationId xmlns:p14="http://schemas.microsoft.com/office/powerpoint/2010/main" val="2095908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579ED-DC9B-4469-96E1-27967C1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EDCF1-F5E9-47DD-A37A-6BE52EA3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Database design and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2309A-171A-43AE-BE94-2782E1A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C3D95-05E5-4A93-AFF6-9DA3AAB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users — salted password hash and role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questions — MCQs managed through CRUD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bookmarks and attempts — linked to user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5CEC5-E182-46CA-BEC5-13763AF4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The first account is admin; later accounts are students</a:t>
            </a:r>
          </a:p>
        </p:txBody>
      </p:sp>
    </p:spTree>
    <p:extLst>
      <p:ext uri="{BB962C8B-B14F-4D97-AF65-F5344CB8AC3E}">
        <p14:creationId xmlns:p14="http://schemas.microsoft.com/office/powerpoint/2010/main" val="1465067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708B3-0D29-4E1B-8C96-95B489E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CD01E-B0D8-4F6A-9509-040704D5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AI Interview Coach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DFFED-1C25-4461-8065-2673F36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4DA53-362D-4FFD-83C6-0DD5602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Student enters a question and draft answer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Responses API returns strengths and improvements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Coach provides a stronger sample answer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One follow-up question supports further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D1F2C-15E6-4932-9000-E71DC2B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API key is required; avoid entering private information</a:t>
            </a:r>
          </a:p>
        </p:txBody>
      </p:sp>
    </p:spTree>
    <p:extLst>
      <p:ext uri="{BB962C8B-B14F-4D97-AF65-F5344CB8AC3E}">
        <p14:creationId xmlns:p14="http://schemas.microsoft.com/office/powerpoint/2010/main" val="684840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3EC86-3B4D-430E-AB6F-BB68C38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E03C9-8794-4168-8B7D-349A74F2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Mock test and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1E412-14AC-4782-B9BF-427B382B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C4ECD-C5FB-43C0-8BD2-8C983F2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Deadline is stored in the active Streamlit session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Score = correct ÷ total × 100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Completed attempts are saved by user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Dashboard shows score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75615-CCA8-4BAA-804D-089F7063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Active test state ends if the session is lost</a:t>
            </a:r>
          </a:p>
        </p:txBody>
      </p:sp>
    </p:spTree>
    <p:extLst>
      <p:ext uri="{BB962C8B-B14F-4D97-AF65-F5344CB8AC3E}">
        <p14:creationId xmlns:p14="http://schemas.microsoft.com/office/powerpoint/2010/main" val="535248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29346-49F2-4390-A6C8-83FBE58D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7637-8209-4918-A24D-D7C5BE4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Demonstration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DAAEF-5C9D-4064-9312-9958A13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90AE8-7479-43F3-B448-3CAC24BC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Register the first account as admin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Create or edit an MCQ; practise as a student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Complete a timed test and review progress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Ask the AI coach for answer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F75A5-F70A-410D-B487-9552D95D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Show CRUD, login, progress and AI in one walkthrough</a:t>
            </a:r>
          </a:p>
        </p:txBody>
      </p:sp>
    </p:spTree>
    <p:extLst>
      <p:ext uri="{BB962C8B-B14F-4D97-AF65-F5344CB8AC3E}">
        <p14:creationId xmlns:p14="http://schemas.microsoft.com/office/powerpoint/2010/main" val="1476637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10309-1C06-4A88-BEBA-525E62F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97A70"/>
                </a:solidFill>
              </a:defRPr>
            </a:defPPr>
            <a:lvl1pPr>
              <a:defRPr sz="1200" b="1">
                <a:solidFill>
                  <a:srgbClr val="397A70"/>
                </a:solidFill>
              </a:defRPr>
            </a:lvl1pPr>
            <a:lvl2pPr>
              <a:defRPr sz="1200" b="1">
                <a:solidFill>
                  <a:srgbClr val="397A70"/>
                </a:solidFill>
              </a:defRPr>
            </a:lvl2pPr>
            <a:lvl3pPr>
              <a:defRPr sz="1200" b="1">
                <a:solidFill>
                  <a:srgbClr val="397A70"/>
                </a:solidFill>
              </a:defRPr>
            </a:lvl3pPr>
            <a:lvl4pPr>
              <a:defRPr sz="1200" b="1">
                <a:solidFill>
                  <a:srgbClr val="397A70"/>
                </a:solidFill>
              </a:defRPr>
            </a:lvl4pPr>
            <a:lvl5pPr>
              <a:defRPr sz="1200" b="1">
                <a:solidFill>
                  <a:srgbClr val="397A70"/>
                </a:solidFill>
              </a:defRPr>
            </a:lvl5pPr>
            <a:lvl6pPr>
              <a:defRPr sz="1200" b="1">
                <a:solidFill>
                  <a:srgbClr val="397A70"/>
                </a:solidFill>
              </a:defRPr>
            </a:lvl6pPr>
            <a:lvl7pPr>
              <a:defRPr sz="1200" b="1">
                <a:solidFill>
                  <a:srgbClr val="397A70"/>
                </a:solidFill>
              </a:defRPr>
            </a:lvl7pPr>
            <a:lvl8pPr>
              <a:defRPr sz="1200" b="1">
                <a:solidFill>
                  <a:srgbClr val="397A70"/>
                </a:solidFill>
              </a:defRPr>
            </a:lvl8pPr>
            <a:lvl9pPr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32B28-09E9-4A5D-8DE6-08661C5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338"/>
                </a:solidFill>
              </a:defRPr>
            </a:defPPr>
            <a:lvl1pPr>
              <a:defRPr sz="2850" b="1">
                <a:solidFill>
                  <a:srgbClr val="102338"/>
                </a:solidFill>
              </a:defRPr>
            </a:lvl1pPr>
            <a:lvl2pPr>
              <a:defRPr sz="2850" b="1">
                <a:solidFill>
                  <a:srgbClr val="102338"/>
                </a:solidFill>
              </a:defRPr>
            </a:lvl2pPr>
            <a:lvl3pPr>
              <a:defRPr sz="2850" b="1">
                <a:solidFill>
                  <a:srgbClr val="102338"/>
                </a:solidFill>
              </a:defRPr>
            </a:lvl3pPr>
            <a:lvl4pPr>
              <a:defRPr sz="2850" b="1">
                <a:solidFill>
                  <a:srgbClr val="102338"/>
                </a:solidFill>
              </a:defRPr>
            </a:lvl4pPr>
            <a:lvl5pPr>
              <a:defRPr sz="2850" b="1">
                <a:solidFill>
                  <a:srgbClr val="102338"/>
                </a:solidFill>
              </a:defRPr>
            </a:lvl5pPr>
            <a:lvl6pPr>
              <a:defRPr sz="2850" b="1">
                <a:solidFill>
                  <a:srgbClr val="102338"/>
                </a:solidFill>
              </a:defRPr>
            </a:lvl6pPr>
            <a:lvl7pPr>
              <a:defRPr sz="2850" b="1">
                <a:solidFill>
                  <a:srgbClr val="102338"/>
                </a:solidFill>
              </a:defRPr>
            </a:lvl7pPr>
            <a:lvl8pPr>
              <a:defRPr sz="2850" b="1">
                <a:solidFill>
                  <a:srgbClr val="102338"/>
                </a:solidFill>
              </a:defRPr>
            </a:lvl8pPr>
            <a:lvl9pPr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Limits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D7C6C-4B3D-40FE-88E8-3662B0C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9583C-DCE1-4832-9850-5839C42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338"/>
                </a:solidFill>
              </a:defRPr>
            </a:defPPr>
            <a:lvl1pPr>
              <a:defRPr sz="2025" b="0">
                <a:solidFill>
                  <a:srgbClr val="102338"/>
                </a:solidFill>
              </a:defRPr>
            </a:lvl1pPr>
            <a:lvl2pPr>
              <a:defRPr sz="2025" b="0">
                <a:solidFill>
                  <a:srgbClr val="102338"/>
                </a:solidFill>
              </a:defRPr>
            </a:lvl2pPr>
            <a:lvl3pPr>
              <a:defRPr sz="2025" b="0">
                <a:solidFill>
                  <a:srgbClr val="102338"/>
                </a:solidFill>
              </a:defRPr>
            </a:lvl3pPr>
            <a:lvl4pPr>
              <a:defRPr sz="2025" b="0">
                <a:solidFill>
                  <a:srgbClr val="102338"/>
                </a:solidFill>
              </a:defRPr>
            </a:lvl4pPr>
            <a:lvl5pPr>
              <a:defRPr sz="2025" b="0">
                <a:solidFill>
                  <a:srgbClr val="102338"/>
                </a:solidFill>
              </a:defRPr>
            </a:lvl5pPr>
            <a:lvl6pPr>
              <a:defRPr sz="2025" b="0">
                <a:solidFill>
                  <a:srgbClr val="102338"/>
                </a:solidFill>
              </a:defRPr>
            </a:lvl6pPr>
            <a:lvl7pPr>
              <a:defRPr sz="2025" b="0">
                <a:solidFill>
                  <a:srgbClr val="102338"/>
                </a:solidFill>
              </a:defRPr>
            </a:lvl7pPr>
            <a:lvl8pPr>
              <a:defRPr sz="2025" b="0">
                <a:solidFill>
                  <a:srgbClr val="102338"/>
                </a:solidFill>
              </a:defRPr>
            </a:lvl8pPr>
            <a:lvl9pPr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Demo login is not production-grade authentication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Cloud SQLite data may reset after app restart</a:t>
            </a:r>
          </a:p>
          <a:p xmlns:a="http://schemas.openxmlformats.org/drawingml/2006/main">
            <a:pPr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AI feedback needs API access and 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2D05-0A63-441F-82EB-1463A82D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6706F"/>
                </a:solidFill>
              </a:defRPr>
            </a:defPPr>
            <a:lvl1pPr>
              <a:defRPr sz="1275" b="0">
                <a:solidFill>
                  <a:srgbClr val="56706F"/>
                </a:solidFill>
              </a:defRPr>
            </a:lvl1pPr>
            <a:lvl2pPr>
              <a:defRPr sz="1275" b="0">
                <a:solidFill>
                  <a:srgbClr val="56706F"/>
                </a:solidFill>
              </a:defRPr>
            </a:lvl2pPr>
            <a:lvl3pPr>
              <a:defRPr sz="1275" b="0">
                <a:solidFill>
                  <a:srgbClr val="56706F"/>
                </a:solidFill>
              </a:defRPr>
            </a:lvl3pPr>
            <a:lvl4pPr>
              <a:defRPr sz="1275" b="0">
                <a:solidFill>
                  <a:srgbClr val="56706F"/>
                </a:solidFill>
              </a:defRPr>
            </a:lvl4pPr>
            <a:lvl5pPr>
              <a:defRPr sz="1275" b="0">
                <a:solidFill>
                  <a:srgbClr val="56706F"/>
                </a:solidFill>
              </a:defRPr>
            </a:lvl5pPr>
            <a:lvl6pPr>
              <a:defRPr sz="1275" b="0">
                <a:solidFill>
                  <a:srgbClr val="56706F"/>
                </a:solidFill>
              </a:defRPr>
            </a:lvl6pPr>
            <a:lvl7pPr>
              <a:defRPr sz="1275" b="0">
                <a:solidFill>
                  <a:srgbClr val="56706F"/>
                </a:solidFill>
              </a:defRPr>
            </a:lvl7pPr>
            <a:lvl8pPr>
              <a:defRPr sz="1275" b="0">
                <a:solidFill>
                  <a:srgbClr val="56706F"/>
                </a:solidFill>
              </a:defRPr>
            </a:lvl8pPr>
            <a:lvl9pPr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Next: durable cloud database and password recovery</a:t>
            </a:r>
          </a:p>
        </p:txBody>
      </p:sp>
    </p:spTree>
    <p:extLst>
      <p:ext uri="{BB962C8B-B14F-4D97-AF65-F5344CB8AC3E}">
        <p14:creationId xmlns:p14="http://schemas.microsoft.com/office/powerpoint/2010/main" val="1218893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2026-10-20T15:48:04.9260000Z</dcterms:created>
  <dcterms:modified xsi:type="dcterms:W3CDTF">2026-10-20T15:48:04.9260000Z</dcterms:modified>
</coreProperties>
</file>